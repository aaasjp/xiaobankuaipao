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90" r:id="rId2"/>
  </p:sldMasterIdLst>
  <p:notesMasterIdLst>
    <p:notesMasterId r:id="rId5"/>
  </p:notesMasterIdLst>
  <p:handoutMasterIdLst>
    <p:handoutMasterId r:id="rId6"/>
  </p:handoutMasterIdLst>
  <p:sldIdLst>
    <p:sldId id="302" r:id="rId3"/>
    <p:sldId id="320" r:id="rId4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Master 1" id="{84F78FB4-A8E8-48DB-B4A7-E63D1BCD5003}">
          <p14:sldIdLst>
            <p14:sldId id="302"/>
          </p14:sldIdLst>
        </p14:section>
        <p14:section name="Master 2" id="{1C7D64F1-07C7-453F-9DAE-A0563CFFE173}">
          <p14:sldIdLst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626"/>
    <a:srgbClr val="EEEDED"/>
    <a:srgbClr val="E0E0E0"/>
    <a:srgbClr val="343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75" autoAdjust="0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741" y="6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71" d="100"/>
          <a:sy n="171" d="100"/>
        </p:scale>
        <p:origin x="534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F27B51-57A6-844B-9DA7-683C5F8607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A62AA-0342-CF43-B481-DA114DAADB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335CD-1F04-BE47-B798-E7E5B302FEE2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65384-F942-4A49-B542-FADCC09BE0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E53E6-90B7-1543-B38F-5BA5C6BC36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9C213-2A45-3B47-88D6-254185129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18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5B07A-87A9-CF40-86D9-D2F6BB28DC45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0A316-D1E1-9745-B24E-D11400EE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63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4500A79-0634-4748-9CDB-C8DCF309B62F}"/>
              </a:ext>
            </a:extLst>
          </p:cNvPr>
          <p:cNvSpPr/>
          <p:nvPr userDrawn="1"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D50A0-D355-754C-8CE1-B6D0454913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4192" y="2915920"/>
            <a:ext cx="2966720" cy="102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1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page ochre - cent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31483D-DA28-2442-A81B-F28DE6B1B7D8}"/>
              </a:ext>
            </a:extLst>
          </p:cNvPr>
          <p:cNvSpPr/>
          <p:nvPr userDrawn="1"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81884" y="1540043"/>
            <a:ext cx="8407184" cy="708607"/>
          </a:xfrm>
        </p:spPr>
        <p:txBody>
          <a:bodyPr anchor="t"/>
          <a:lstStyle>
            <a:lvl1pPr algn="ctr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82766" y="2392530"/>
            <a:ext cx="8406302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912338-13F8-E743-AA0B-94731D586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9322" y="5175903"/>
            <a:ext cx="185420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5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ochre left justif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31483D-DA28-2442-A81B-F28DE6B1B7D8}"/>
              </a:ext>
            </a:extLst>
          </p:cNvPr>
          <p:cNvSpPr/>
          <p:nvPr userDrawn="1"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81884" y="1617082"/>
            <a:ext cx="8407184" cy="708607"/>
          </a:xfrm>
        </p:spPr>
        <p:txBody>
          <a:bodyPr anchor="t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82766" y="2469567"/>
            <a:ext cx="8406302" cy="710400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D50A0-D355-754C-8CE1-B6D045491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775" y="5715000"/>
            <a:ext cx="185420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6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to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94C734-8EA7-6747-9D5E-0095CB042E67}"/>
              </a:ext>
            </a:extLst>
          </p:cNvPr>
          <p:cNvSpPr/>
          <p:nvPr userDrawn="1"/>
        </p:nvSpPr>
        <p:spPr>
          <a:xfrm>
            <a:off x="2" y="0"/>
            <a:ext cx="9143999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D50A0-D355-754C-8CE1-B6D045491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68" y="5175903"/>
            <a:ext cx="1854200" cy="6413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C3010EE-5F8C-A141-9442-3FCFF7B6179C}"/>
              </a:ext>
            </a:extLst>
          </p:cNvPr>
          <p:cNvSpPr/>
          <p:nvPr userDrawn="1"/>
        </p:nvSpPr>
        <p:spPr>
          <a:xfrm>
            <a:off x="1946106" y="2005026"/>
            <a:ext cx="587456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>
                <a:solidFill>
                  <a:schemeClr val="bg1"/>
                </a:solidFill>
                <a:effectLst/>
                <a:latin typeface="Tw Cen MT" panose="020B0602020104020603" pitchFamily="34" charset="0"/>
              </a:rPr>
              <a:t>We acknowledge the tradition of custodianship and law of the Country on which the University of Sydney campuses stand. </a:t>
            </a:r>
            <a:br>
              <a:rPr lang="en-AU" sz="2400" b="0" i="0" dirty="0">
                <a:solidFill>
                  <a:schemeClr val="bg1"/>
                </a:solidFill>
                <a:effectLst/>
                <a:latin typeface="Tw Cen MT" panose="020B0602020104020603" pitchFamily="34" charset="0"/>
              </a:rPr>
            </a:br>
            <a:r>
              <a:rPr lang="en-AU" sz="2400" b="0" i="0" dirty="0">
                <a:solidFill>
                  <a:schemeClr val="bg1"/>
                </a:solidFill>
                <a:effectLst/>
                <a:latin typeface="Tw Cen MT" panose="020B0602020104020603" pitchFamily="34" charset="0"/>
              </a:rPr>
              <a:t>We pay our respects to those who have cared and continue to care for Country.</a:t>
            </a:r>
          </a:p>
        </p:txBody>
      </p:sp>
    </p:spTree>
    <p:extLst>
      <p:ext uri="{BB962C8B-B14F-4D97-AF65-F5344CB8AC3E}">
        <p14:creationId xmlns:p14="http://schemas.microsoft.com/office/powerpoint/2010/main" val="78523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with image beh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98463-28C6-A342-8992-59A88DF1B8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58776" y="513894"/>
            <a:ext cx="8430293" cy="708607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58776" y="1327793"/>
            <a:ext cx="8430293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D50A0-D355-754C-8CE1-B6D045491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68" y="2036399"/>
            <a:ext cx="185420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with image beh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8604E3-9BBF-564A-BDCB-9CC1E71A23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9B129D-1C6C-0F40-A469-C0E4E3C17AD7}"/>
              </a:ext>
            </a:extLst>
          </p:cNvPr>
          <p:cNvSpPr/>
          <p:nvPr userDrawn="1"/>
        </p:nvSpPr>
        <p:spPr>
          <a:xfrm>
            <a:off x="0" y="0"/>
            <a:ext cx="9144000" cy="301888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9000">
                <a:schemeClr val="bg1">
                  <a:alpha val="58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58775" y="502708"/>
            <a:ext cx="8430293" cy="708607"/>
          </a:xfrm>
        </p:spPr>
        <p:txBody>
          <a:bodyPr anchor="t"/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059062"/>
            <a:ext cx="8430293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D50A0-D355-754C-8CE1-B6D045491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68" y="1767669"/>
            <a:ext cx="185420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page with image beh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view of a city street&#10;&#10;Description automatically generated">
            <a:extLst>
              <a:ext uri="{FF2B5EF4-FFF2-40B4-BE49-F238E27FC236}">
                <a16:creationId xmlns:a16="http://schemas.microsoft.com/office/drawing/2014/main" id="{67012C42-1A7F-3146-86EF-E49C098EBB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6878482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816ED9D9-2881-CA4E-B966-43A154588A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502708"/>
            <a:ext cx="8430293" cy="708607"/>
          </a:xfrm>
        </p:spPr>
        <p:txBody>
          <a:bodyPr anchor="t"/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B70235C-BAAA-674D-9565-095D7A6BA0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35189"/>
            <a:ext cx="8430293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68A9EC-3CA6-AD42-BDF0-A265ADE9F6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68" y="1767669"/>
            <a:ext cx="185420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7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page with image beh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8963C9-FF51-CF4D-9E88-02C8C32ACB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99B4AE65-AB8F-7A40-B3AA-946C045BF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502708"/>
            <a:ext cx="8430293" cy="708607"/>
          </a:xfrm>
        </p:spPr>
        <p:txBody>
          <a:bodyPr anchor="t"/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04E5044-10E7-D441-9645-B4645BB54E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227642"/>
            <a:ext cx="8430293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9C5CBA-1133-EE44-A716-5F16EADFAF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68" y="1952576"/>
            <a:ext cx="185420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4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D02B3-E722-FC4B-82CF-14E77373E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itle 8">
            <a:extLst>
              <a:ext uri="{FF2B5EF4-FFF2-40B4-BE49-F238E27FC236}">
                <a16:creationId xmlns:a16="http://schemas.microsoft.com/office/drawing/2014/main" id="{8F4AB58D-36CD-6649-8724-8391DFC1E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9" y="1933333"/>
            <a:ext cx="4213226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1394B71-D786-7C49-9C6E-F1B862C69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9" y="3229279"/>
            <a:ext cx="4213226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419979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768BD8-8586-6747-9C27-F707A7F060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4575572" cy="6858000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241CC880-DB95-4343-A380-864A898EA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9" y="1933333"/>
            <a:ext cx="4213226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222D956-1E64-3244-8EDE-F7E41010D8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9" y="3229279"/>
            <a:ext cx="4213226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376868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8" name="Picture 7" descr="A picture containing wall, indoor, ceiling, floor&#10;&#10;Description automatically generated">
            <a:extLst>
              <a:ext uri="{FF2B5EF4-FFF2-40B4-BE49-F238E27FC236}">
                <a16:creationId xmlns:a16="http://schemas.microsoft.com/office/drawing/2014/main" id="{FEB3A1A0-56D5-8D41-9B0B-80598857F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1" y="0"/>
            <a:ext cx="4571158" cy="6858000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4C773567-036A-9F49-B1A0-2610623CA1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9" y="1933333"/>
            <a:ext cx="4213226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F2BA4A-0AF5-AA4D-8A9B-085F248566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9" y="3229279"/>
            <a:ext cx="4213226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721568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9" name="Picture 8" descr="A view of a city street&#10;&#10;Description automatically generated">
            <a:extLst>
              <a:ext uri="{FF2B5EF4-FFF2-40B4-BE49-F238E27FC236}">
                <a16:creationId xmlns:a16="http://schemas.microsoft.com/office/drawing/2014/main" id="{C44B259E-6272-0C42-BF8A-B1D1893BCB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4570586" cy="6878482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DF7EEB3E-4341-604F-93D4-8973E58BCA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9" y="1933333"/>
            <a:ext cx="4213226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ABD1C5C-9B25-FE41-B22C-11D3D9ACC5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9" y="3229279"/>
            <a:ext cx="4213226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2838611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ACA6BD-87ED-E544-AA52-CC90E7838E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1144412" y="1142999"/>
            <a:ext cx="6858000" cy="4572000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2B41AB82-F6FD-A14F-A795-74E2164F4B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9" y="1933333"/>
            <a:ext cx="4213226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354EEAE-2CF0-A74F-85DF-D847982F45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9" y="3229279"/>
            <a:ext cx="4213226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2722328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36CF8-0BFE-3942-AFED-8E09806047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824" y="0"/>
            <a:ext cx="4572001" cy="6858000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34CA6C71-0359-D349-8D45-93375CB5E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9" y="1933333"/>
            <a:ext cx="4213226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A164447-1611-7049-9594-1519C51DD0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9" y="3229279"/>
            <a:ext cx="4213226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2413223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3A5B7-5064-D048-8661-999C9AECB9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6" y="0"/>
            <a:ext cx="4567711" cy="6858000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4EDAF01D-2041-E84F-B6D8-CBEFE51F1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9" y="1933333"/>
            <a:ext cx="4213226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910BAC9-4B1C-104D-9E47-ED0784C100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9" y="3229279"/>
            <a:ext cx="4213226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3218317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7" name="Picture 6" descr="A view of a city&#10;&#10;Description automatically generated">
            <a:extLst>
              <a:ext uri="{FF2B5EF4-FFF2-40B4-BE49-F238E27FC236}">
                <a16:creationId xmlns:a16="http://schemas.microsoft.com/office/drawing/2014/main" id="{9EB905A6-BE74-284C-B5E2-A26B32F87D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4644732" cy="6858001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DB09AC9A-1767-5842-8550-B820C6D58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4731" y="1933333"/>
            <a:ext cx="4140493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331ED38-EFEC-C542-B2BE-6888C3E540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4731" y="3229279"/>
            <a:ext cx="4140493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4290055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8" name="Picture 7" descr="A picture containing indoor, cabinet, wall&#10;&#10;Description automatically generated">
            <a:extLst>
              <a:ext uri="{FF2B5EF4-FFF2-40B4-BE49-F238E27FC236}">
                <a16:creationId xmlns:a16="http://schemas.microsoft.com/office/drawing/2014/main" id="{27F689C2-6A78-7942-A588-508194835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1278" y="1"/>
            <a:ext cx="4751841" cy="6858000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30A4751E-49F4-A445-97AC-C27C9C8B9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0563" y="1933333"/>
            <a:ext cx="4124662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32DD430-5342-F449-BF47-89D3B8DA8D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0563" y="3229279"/>
            <a:ext cx="4124662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14595418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title page with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EF979D-7E56-7547-B8BB-956A1182E8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4380" y="4178043"/>
            <a:ext cx="1854200" cy="641350"/>
          </a:xfrm>
          <a:prstGeom prst="rect">
            <a:avLst/>
          </a:prstGeom>
        </p:spPr>
      </p:pic>
      <p:pic>
        <p:nvPicPr>
          <p:cNvPr id="7" name="Picture 6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2BFF2486-BD80-BC41-BEB9-8204AB849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83362" y="0"/>
            <a:ext cx="4743925" cy="6858000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F3AC9F10-430E-D444-A672-B0D1ADEF1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0563" y="1933333"/>
            <a:ext cx="4124662" cy="1110881"/>
          </a:xfrm>
        </p:spPr>
        <p:txBody>
          <a:bodyPr anchor="t"/>
          <a:lstStyle>
            <a:lvl1pPr algn="ctr">
              <a:defRPr sz="3000">
                <a:solidFill>
                  <a:srgbClr val="E64626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DBFF451-4408-CC4B-92C7-7FEA650023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0563" y="3229279"/>
            <a:ext cx="4124662" cy="708607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759939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chapter slid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9143999" cy="6858000"/>
          </a:xfrm>
        </p:spPr>
        <p:txBody>
          <a:bodyPr rtlCol="0" anchor="ctr" anchorCtr="1">
            <a:normAutofit/>
          </a:bodyPr>
          <a:lstStyle>
            <a:lvl1pPr marL="0" indent="0" algn="ctr">
              <a:buNone/>
              <a:defRPr baseline="0"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775" y="2586963"/>
            <a:ext cx="8426450" cy="647183"/>
          </a:xfrm>
        </p:spPr>
        <p:txBody>
          <a:bodyPr/>
          <a:lstStyle>
            <a:lvl1pPr algn="ctr">
              <a:defRPr>
                <a:solidFill>
                  <a:srgbClr val="E64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58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/chapter slid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8C1C5A-3399-E849-B7CC-D7F87EBB46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3999" cy="68317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775" y="2586963"/>
            <a:ext cx="8426450" cy="64718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8259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469141-C134-5D42-A06F-DA89145EDF4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3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58B7D-184B-584A-BF97-3560578F50E5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University of Sydney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7C0F2C-0369-A948-8D15-BB7548B8A4EE}"/>
              </a:ext>
            </a:extLst>
          </p:cNvPr>
          <p:cNvSpPr txBox="1">
            <a:spLocks/>
          </p:cNvSpPr>
          <p:nvPr userDrawn="1"/>
        </p:nvSpPr>
        <p:spPr>
          <a:xfrm>
            <a:off x="66294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17B45C2B-5911-204A-99D5-05E77B133151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F79E3-91A0-9F4E-AB82-97A90F71A1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501650"/>
            <a:ext cx="8426451" cy="963662"/>
          </a:xfrm>
        </p:spPr>
        <p:txBody>
          <a:bodyPr/>
          <a:lstStyle>
            <a:lvl1pPr marL="0" indent="0" algn="ctr">
              <a:buNone/>
              <a:defRPr sz="30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heading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EE421A-DE97-FF4F-905F-DD673E8C1FB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4165" y="1549240"/>
            <a:ext cx="2495671" cy="332756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B90342E-CD7E-6D41-8264-9DB0EE0A15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5041501"/>
            <a:ext cx="8426451" cy="903817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Centre/faculty institute</a:t>
            </a:r>
          </a:p>
        </p:txBody>
      </p:sp>
    </p:spTree>
    <p:extLst>
      <p:ext uri="{BB962C8B-B14F-4D97-AF65-F5344CB8AC3E}">
        <p14:creationId xmlns:p14="http://schemas.microsoft.com/office/powerpoint/2010/main" val="21069887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with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469141-C134-5D42-A06F-DA89145EDF4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3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58B7D-184B-584A-BF97-3560578F50E5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University of Sydney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7C0F2C-0369-A948-8D15-BB7548B8A4EE}"/>
              </a:ext>
            </a:extLst>
          </p:cNvPr>
          <p:cNvSpPr txBox="1">
            <a:spLocks/>
          </p:cNvSpPr>
          <p:nvPr userDrawn="1"/>
        </p:nvSpPr>
        <p:spPr>
          <a:xfrm>
            <a:off x="66294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17B45C2B-5911-204A-99D5-05E77B133151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F79E3-91A0-9F4E-AB82-97A90F71A1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501650"/>
            <a:ext cx="8404224" cy="912124"/>
          </a:xfrm>
        </p:spPr>
        <p:txBody>
          <a:bodyPr/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heading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EE421A-DE97-FF4F-905F-DD673E8C1FB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1001" y="1549240"/>
            <a:ext cx="2495671" cy="332756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EF31059-F145-1944-861E-253BC304BE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3979" y="1549240"/>
            <a:ext cx="5301245" cy="4807110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Centre/faculty institute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Insert Bio</a:t>
            </a:r>
          </a:p>
        </p:txBody>
      </p:sp>
    </p:spTree>
    <p:extLst>
      <p:ext uri="{BB962C8B-B14F-4D97-AF65-F5344CB8AC3E}">
        <p14:creationId xmlns:p14="http://schemas.microsoft.com/office/powerpoint/2010/main" val="10324635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469141-C134-5D42-A06F-DA89145EDF4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3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58B7D-184B-584A-BF97-3560578F50E5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University of Sydney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7C0F2C-0369-A948-8D15-BB7548B8A4EE}"/>
              </a:ext>
            </a:extLst>
          </p:cNvPr>
          <p:cNvSpPr txBox="1">
            <a:spLocks/>
          </p:cNvSpPr>
          <p:nvPr userDrawn="1"/>
        </p:nvSpPr>
        <p:spPr>
          <a:xfrm>
            <a:off x="66294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17B45C2B-5911-204A-99D5-05E77B133151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F79E3-91A0-9F4E-AB82-97A90F71A1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501650"/>
            <a:ext cx="9144000" cy="957982"/>
          </a:xfrm>
        </p:spPr>
        <p:txBody>
          <a:bodyPr/>
          <a:lstStyle>
            <a:lvl1pPr marL="0" indent="0" algn="ctr">
              <a:buNone/>
              <a:defRPr sz="30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heading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EE421A-DE97-FF4F-905F-DD673E8C1FB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3635" y="1549240"/>
            <a:ext cx="2495671" cy="332756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B90342E-CD7E-6D41-8264-9DB0EE0A15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6" y="5041501"/>
            <a:ext cx="3845390" cy="1314849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Centre/faculty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F76A7D6-7A78-6148-A3B4-2609AA4013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26247" y="1549240"/>
            <a:ext cx="2495671" cy="332756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B563FC-7CED-5644-B1AB-671EF000DB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2330" y="5041501"/>
            <a:ext cx="3982895" cy="1314849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Centre/Faculty</a:t>
            </a:r>
          </a:p>
        </p:txBody>
      </p:sp>
    </p:spTree>
    <p:extLst>
      <p:ext uri="{BB962C8B-B14F-4D97-AF65-F5344CB8AC3E}">
        <p14:creationId xmlns:p14="http://schemas.microsoft.com/office/powerpoint/2010/main" val="2250370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469141-C134-5D42-A06F-DA89145EDF4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3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58B7D-184B-584A-BF97-3560578F50E5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University of Sydney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7C0F2C-0369-A948-8D15-BB7548B8A4EE}"/>
              </a:ext>
            </a:extLst>
          </p:cNvPr>
          <p:cNvSpPr txBox="1">
            <a:spLocks/>
          </p:cNvSpPr>
          <p:nvPr userDrawn="1"/>
        </p:nvSpPr>
        <p:spPr>
          <a:xfrm>
            <a:off x="66294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17B45C2B-5911-204A-99D5-05E77B133151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F79E3-91A0-9F4E-AB82-97A90F71A1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501650"/>
            <a:ext cx="9144000" cy="1006772"/>
          </a:xfrm>
        </p:spPr>
        <p:txBody>
          <a:bodyPr/>
          <a:lstStyle>
            <a:lvl1pPr marL="0" indent="0" algn="ctr">
              <a:buNone/>
              <a:defRPr sz="30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heading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EE421A-DE97-FF4F-905F-DD673E8C1FB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6" y="1508422"/>
            <a:ext cx="2495671" cy="332756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B90342E-CD7E-6D41-8264-9DB0EE0A15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6" y="5041501"/>
            <a:ext cx="2495671" cy="903817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Centre/Faculty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F76A7D6-7A78-6148-A3B4-2609AA4013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9555" y="1549240"/>
            <a:ext cx="2495671" cy="332756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6B563FC-7CED-5644-B1AB-671EF000DB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9555" y="5041501"/>
            <a:ext cx="2495671" cy="903817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Centre/Faculty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2506C0EA-2FDF-4D40-AC77-BA8E081330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24165" y="1549240"/>
            <a:ext cx="2495671" cy="332756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34C32E3-245A-FC48-84D8-5DCFDE22B5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4165" y="5041501"/>
            <a:ext cx="2495671" cy="903817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Centre/Faculty</a:t>
            </a:r>
          </a:p>
        </p:txBody>
      </p:sp>
    </p:spTree>
    <p:extLst>
      <p:ext uri="{BB962C8B-B14F-4D97-AF65-F5344CB8AC3E}">
        <p14:creationId xmlns:p14="http://schemas.microsoft.com/office/powerpoint/2010/main" val="3145358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469141-C134-5D42-A06F-DA89145EDF4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3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58B7D-184B-584A-BF97-3560578F50E5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University of Sydney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17C0F2C-0369-A948-8D15-BB7548B8A4EE}"/>
              </a:ext>
            </a:extLst>
          </p:cNvPr>
          <p:cNvSpPr txBox="1">
            <a:spLocks/>
          </p:cNvSpPr>
          <p:nvPr userDrawn="1"/>
        </p:nvSpPr>
        <p:spPr>
          <a:xfrm>
            <a:off x="66294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17B45C2B-5911-204A-99D5-05E77B133151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F79E3-91A0-9F4E-AB82-97A90F71A1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515267"/>
            <a:ext cx="9144000" cy="1376008"/>
          </a:xfrm>
        </p:spPr>
        <p:txBody>
          <a:bodyPr/>
          <a:lstStyle>
            <a:lvl1pPr marL="0" indent="0" algn="ctr">
              <a:buNone/>
              <a:defRPr sz="30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heading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2506C0EA-2FDF-4D40-AC77-BA8E081330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60594" y="2135691"/>
            <a:ext cx="1806148" cy="214353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CB3E40F-3920-4543-AE7E-C77EDAC449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7325" y="2135691"/>
            <a:ext cx="1806148" cy="214353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7C82213-A84D-FE49-A3A4-73D8785375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326" y="4279800"/>
            <a:ext cx="1806148" cy="206293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</a:t>
            </a:r>
            <a:br>
              <a:rPr lang="en-US" dirty="0"/>
            </a:br>
            <a:r>
              <a:rPr lang="en-US" dirty="0"/>
              <a:t>faculty institute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F19FE3A2-4A04-5E47-9CCD-A71A405F33F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976641" y="2135691"/>
            <a:ext cx="1806148" cy="214353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BA3109C-AEDA-AA45-9388-5853EF8E214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63863" y="2135691"/>
            <a:ext cx="1806148" cy="214353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4C4D67F-6A47-364D-84BF-BF89FBFEF5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55294" y="4279800"/>
            <a:ext cx="1806148" cy="206293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</a:t>
            </a:r>
            <a:br>
              <a:rPr lang="en-US" dirty="0"/>
            </a:br>
            <a:r>
              <a:rPr lang="en-US" dirty="0"/>
              <a:t>faculty institute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48BA13C-E367-2742-8AB5-F7B762B6B5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70300" y="4279800"/>
            <a:ext cx="1806148" cy="206293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</a:t>
            </a:r>
            <a:br>
              <a:rPr lang="en-US" dirty="0"/>
            </a:br>
            <a:r>
              <a:rPr lang="en-US" dirty="0"/>
              <a:t>faculty institute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C032A9D-C114-E540-B023-1D19FF0EFB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90986" y="4279800"/>
            <a:ext cx="1806148" cy="206293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Centre/</a:t>
            </a:r>
            <a:br>
              <a:rPr lang="en-US" dirty="0"/>
            </a:br>
            <a:r>
              <a:rPr lang="en-US" dirty="0"/>
              <a:t>faculty institute</a:t>
            </a:r>
          </a:p>
        </p:txBody>
      </p:sp>
    </p:spTree>
    <p:extLst>
      <p:ext uri="{BB962C8B-B14F-4D97-AF65-F5344CB8AC3E}">
        <p14:creationId xmlns:p14="http://schemas.microsoft.com/office/powerpoint/2010/main" val="36811590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E1B39-8151-1541-B682-FD997A95D6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501651"/>
            <a:ext cx="8426450" cy="5854700"/>
          </a:xfrm>
        </p:spPr>
        <p:txBody>
          <a:bodyPr/>
          <a:lstStyle>
            <a:lvl1pPr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701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67B1B-46F3-764F-858B-7A77E9F54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000" y="501651"/>
            <a:ext cx="8430972" cy="58547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126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left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4A3A69-83F8-E944-9D67-7443D8125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501651"/>
            <a:ext cx="3662413" cy="1121349"/>
          </a:xfrm>
        </p:spPr>
        <p:txBody>
          <a:bodyPr lIns="0" tIns="0" rIns="0" bIns="0" anchor="t" anchorCtr="0"/>
          <a:lstStyle/>
          <a:p>
            <a:r>
              <a:rPr lang="en-US" dirty="0"/>
              <a:t>Heading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D591EDD-E1EF-0F44-B52B-EDF508967E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0" y="0"/>
            <a:ext cx="457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55DB6E2-C968-43A3-917D-CAA0C3107F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5839172"/>
            <a:ext cx="3662413" cy="517179"/>
          </a:xfrm>
        </p:spPr>
        <p:txBody>
          <a:bodyPr lIns="0" tIns="0" rIns="0" bIns="0"/>
          <a:lstStyle>
            <a:lvl1pPr>
              <a:defRPr sz="2400" b="0"/>
            </a:lvl1pPr>
          </a:lstStyle>
          <a:p>
            <a:pPr lvl="0"/>
            <a:r>
              <a:rPr lang="en-US" dirty="0"/>
              <a:t>* Insert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21B31-A360-D24B-9D94-A38F2BB2D78C}"/>
              </a:ext>
            </a:extLst>
          </p:cNvPr>
          <p:cNvSpPr txBox="1"/>
          <p:nvPr userDrawn="1"/>
        </p:nvSpPr>
        <p:spPr>
          <a:xfrm>
            <a:off x="358775" y="1837094"/>
            <a:ext cx="36624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Text:</a:t>
            </a:r>
          </a:p>
          <a:p>
            <a:pPr algn="l"/>
            <a:r>
              <a:rPr lang="en-US" sz="2400" dirty="0"/>
              <a:t>Point 1</a:t>
            </a:r>
          </a:p>
          <a:p>
            <a:pPr algn="l"/>
            <a:r>
              <a:rPr lang="en-US" sz="2400" dirty="0"/>
              <a:t>Point 2</a:t>
            </a:r>
          </a:p>
          <a:p>
            <a:pPr algn="l"/>
            <a:r>
              <a:rPr lang="en-US" sz="2400" dirty="0"/>
              <a:t>Point 3</a:t>
            </a:r>
          </a:p>
          <a:p>
            <a:pPr algn="l"/>
            <a:r>
              <a:rPr lang="en-US" sz="2400" dirty="0"/>
              <a:t>Point 4</a:t>
            </a:r>
          </a:p>
          <a:p>
            <a:pPr algn="l"/>
            <a:r>
              <a:rPr lang="en-US" sz="2400" dirty="0"/>
              <a:t>Point 5</a:t>
            </a:r>
          </a:p>
        </p:txBody>
      </p:sp>
    </p:spTree>
    <p:extLst>
      <p:ext uri="{BB962C8B-B14F-4D97-AF65-F5344CB8AC3E}">
        <p14:creationId xmlns:p14="http://schemas.microsoft.com/office/powerpoint/2010/main" val="25458007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4A3A69-83F8-E944-9D67-7443D8125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2813" y="501651"/>
            <a:ext cx="3662413" cy="1121349"/>
          </a:xfrm>
        </p:spPr>
        <p:txBody>
          <a:bodyPr lIns="0" tIns="0" rIns="0" bIns="0" anchor="t" anchorCtr="0"/>
          <a:lstStyle/>
          <a:p>
            <a:r>
              <a:rPr lang="en-US" dirty="0"/>
              <a:t>Heading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D3C35D31-9C0E-44CF-BFD7-DD8D1B751C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57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13B601F-7AA9-4504-A9B8-E67AE34674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2813" y="5839172"/>
            <a:ext cx="3662413" cy="517179"/>
          </a:xfrm>
        </p:spPr>
        <p:txBody>
          <a:bodyPr lIns="0" tIns="0" rIns="0" bIns="0"/>
          <a:lstStyle>
            <a:lvl1pPr>
              <a:defRPr sz="1000" b="0"/>
            </a:lvl1pPr>
          </a:lstStyle>
          <a:p>
            <a:pPr lvl="0"/>
            <a:r>
              <a:rPr lang="en-US" dirty="0"/>
              <a:t>* Insert 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742DE-41FF-5644-8A1E-F279FFC4C6F6}"/>
              </a:ext>
            </a:extLst>
          </p:cNvPr>
          <p:cNvSpPr txBox="1"/>
          <p:nvPr userDrawn="1"/>
        </p:nvSpPr>
        <p:spPr>
          <a:xfrm>
            <a:off x="5122813" y="1905249"/>
            <a:ext cx="36624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Text:</a:t>
            </a:r>
          </a:p>
          <a:p>
            <a:pPr algn="l"/>
            <a:r>
              <a:rPr lang="en-US" sz="2400" dirty="0"/>
              <a:t>Point 1</a:t>
            </a:r>
          </a:p>
          <a:p>
            <a:pPr algn="l"/>
            <a:r>
              <a:rPr lang="en-US" sz="2400" dirty="0"/>
              <a:t>Point 2</a:t>
            </a:r>
          </a:p>
          <a:p>
            <a:pPr algn="l"/>
            <a:r>
              <a:rPr lang="en-US" sz="2400" dirty="0"/>
              <a:t>Point 3</a:t>
            </a:r>
          </a:p>
          <a:p>
            <a:pPr algn="l"/>
            <a:r>
              <a:rPr lang="en-US" sz="2400" dirty="0"/>
              <a:t>Point 4</a:t>
            </a:r>
          </a:p>
          <a:p>
            <a:pPr algn="l"/>
            <a:r>
              <a:rPr lang="en-US" sz="2400" dirty="0"/>
              <a:t>Point 5</a:t>
            </a:r>
          </a:p>
        </p:txBody>
      </p:sp>
    </p:spTree>
    <p:extLst>
      <p:ext uri="{BB962C8B-B14F-4D97-AF65-F5344CB8AC3E}">
        <p14:creationId xmlns:p14="http://schemas.microsoft.com/office/powerpoint/2010/main" val="11796331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ing and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AFDB2844-75A1-F046-B436-56BA099D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733" y="1324801"/>
            <a:ext cx="8425492" cy="740833"/>
          </a:xfrm>
        </p:spPr>
        <p:txBody>
          <a:bodyPr lIns="0" tIns="0" rIns="0" bIns="0"/>
          <a:lstStyle>
            <a:lvl1pPr marL="0" indent="0">
              <a:buNone/>
              <a:defRPr>
                <a:solidFill>
                  <a:srgbClr val="343433"/>
                </a:solidFill>
              </a:defRPr>
            </a:lvl1pPr>
          </a:lstStyle>
          <a:p>
            <a:pPr lvl="0"/>
            <a:r>
              <a:rPr lang="en-US" dirty="0"/>
              <a:t>Intro copy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964E3-FECD-244F-9F6D-E57C8736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A5A20B-A3A8-0644-8A24-864C592BB1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27512" y="3924301"/>
            <a:ext cx="1920240" cy="1894417"/>
          </a:xfrm>
        </p:spPr>
        <p:txBody>
          <a:bodyPr/>
          <a:lstStyle/>
          <a:p>
            <a:pPr lvl="0"/>
            <a:r>
              <a:rPr lang="en-US" dirty="0"/>
              <a:t>Insert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6C428A3-703E-5B43-9CAA-3344392577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6249" y="3924301"/>
            <a:ext cx="1920240" cy="1894417"/>
          </a:xfrm>
        </p:spPr>
        <p:txBody>
          <a:bodyPr/>
          <a:lstStyle/>
          <a:p>
            <a:pPr lvl="0"/>
            <a:r>
              <a:rPr lang="en-US" dirty="0"/>
              <a:t>Insert text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B4E2EF0-9062-4F05-9A3B-77EF8F83B0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64985" y="3924301"/>
            <a:ext cx="1920240" cy="1894417"/>
          </a:xfrm>
        </p:spPr>
        <p:txBody>
          <a:bodyPr/>
          <a:lstStyle/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CB8694C-9422-48F7-87AC-E0ABCD95A0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8775" y="3924301"/>
            <a:ext cx="1920240" cy="1894417"/>
          </a:xfrm>
        </p:spPr>
        <p:txBody>
          <a:bodyPr/>
          <a:lstStyle/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835458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AFDB2844-75A1-F046-B436-56BA099D6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733" y="1324801"/>
            <a:ext cx="8425492" cy="740833"/>
          </a:xfrm>
        </p:spPr>
        <p:txBody>
          <a:bodyPr lIns="0" tIns="0" rIns="0" bIns="0"/>
          <a:lstStyle>
            <a:lvl1pPr marL="0" indent="0">
              <a:buNone/>
              <a:defRPr>
                <a:solidFill>
                  <a:srgbClr val="343433"/>
                </a:solidFill>
              </a:defRPr>
            </a:lvl1pPr>
          </a:lstStyle>
          <a:p>
            <a:pPr lvl="0"/>
            <a:r>
              <a:rPr lang="en-US" dirty="0"/>
              <a:t>Intro copy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964E3-FECD-244F-9F6D-E57C8736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7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backgroun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person&#10;&#10;Description automatically generated">
            <a:extLst>
              <a:ext uri="{FF2B5EF4-FFF2-40B4-BE49-F238E27FC236}">
                <a16:creationId xmlns:a16="http://schemas.microsoft.com/office/drawing/2014/main" id="{5A02757A-CF4B-0743-9D20-3E4A0AC0FC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8154" y="-48335"/>
            <a:ext cx="9272814" cy="695461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741DAFF9-6688-DE48-9315-63791F6D7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501651"/>
            <a:ext cx="8425225" cy="553112"/>
          </a:xfrm>
        </p:spPr>
        <p:txBody>
          <a:bodyPr lIns="0" tIns="0" rIns="0" bIns="0" anchor="t" anchorCtr="0"/>
          <a:lstStyle>
            <a:lvl1pPr marL="0" indent="0" fontAlgn="auto">
              <a:spcAft>
                <a:spcPts val="600"/>
              </a:spcAft>
              <a:buNone/>
              <a:defRPr>
                <a:solidFill>
                  <a:srgbClr val="E64626"/>
                </a:solidFill>
              </a:defRPr>
            </a:lvl1pPr>
          </a:lstStyle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>
                <a:solidFill>
                  <a:schemeClr val="accent1"/>
                </a:solidFill>
              </a:rPr>
              <a:t>Heading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6" name="Table Placeholder 2">
            <a:extLst>
              <a:ext uri="{FF2B5EF4-FFF2-40B4-BE49-F238E27FC236}">
                <a16:creationId xmlns:a16="http://schemas.microsoft.com/office/drawing/2014/main" id="{8B3FF901-7DEB-F945-B11F-2DF2FCC020D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58775" y="1618734"/>
            <a:ext cx="8419034" cy="3843463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8F2F699-8B20-B047-91EB-E3338E492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5839173"/>
            <a:ext cx="8419034" cy="517177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en-US" dirty="0"/>
              <a:t>* Table source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73E3290-6716-4A47-9224-703E086035F0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University of Sydney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455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41DAFF9-6688-DE48-9315-63791F6D7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6" y="506867"/>
            <a:ext cx="8419033" cy="553112"/>
          </a:xfrm>
        </p:spPr>
        <p:txBody>
          <a:bodyPr lIns="0" tIns="0" rIns="0" bIns="0" anchor="t" anchorCtr="0"/>
          <a:lstStyle>
            <a:lvl1pPr marL="0" indent="0" fontAlgn="auto">
              <a:spcAft>
                <a:spcPts val="600"/>
              </a:spcAft>
              <a:buNone/>
              <a:defRPr>
                <a:solidFill>
                  <a:srgbClr val="E64626"/>
                </a:solidFill>
              </a:defRPr>
            </a:lvl1pPr>
          </a:lstStyle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>
                <a:solidFill>
                  <a:schemeClr val="accent1"/>
                </a:solidFill>
              </a:rPr>
              <a:t>Heading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E3E171DA-8271-634E-80CF-EDAF7D029DE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0363" y="1766401"/>
            <a:ext cx="8419034" cy="3843463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6D3E7B0-427E-ED4C-8AD7-4400AD488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5839172"/>
            <a:ext cx="8425226" cy="517179"/>
          </a:xfrm>
        </p:spPr>
        <p:txBody>
          <a:bodyPr lIns="0" tIns="0" rIns="0" bIns="0"/>
          <a:lstStyle>
            <a:lvl1pPr>
              <a:defRPr sz="1000" b="0"/>
            </a:lvl1pPr>
          </a:lstStyle>
          <a:p>
            <a:pPr lvl="0"/>
            <a:r>
              <a:rPr lang="en-US" dirty="0"/>
              <a:t>* Insert source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BC431DF-7BBC-4ADD-B3D0-B596C9953715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University of Sydney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6723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41DAFF9-6688-DE48-9315-63791F6D7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6" y="506867"/>
            <a:ext cx="8419033" cy="553112"/>
          </a:xfrm>
        </p:spPr>
        <p:txBody>
          <a:bodyPr lIns="0" tIns="0" rIns="0" bIns="0" anchor="t" anchorCtr="0"/>
          <a:lstStyle>
            <a:lvl1pPr marL="0" indent="0" fontAlgn="auto">
              <a:spcAft>
                <a:spcPts val="600"/>
              </a:spcAft>
              <a:buNone/>
              <a:defRPr>
                <a:solidFill>
                  <a:srgbClr val="E64626"/>
                </a:solidFill>
              </a:defRPr>
            </a:lvl1pPr>
          </a:lstStyle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>
                <a:solidFill>
                  <a:schemeClr val="accent1"/>
                </a:solidFill>
              </a:rPr>
              <a:t>Heading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E3E171DA-8271-634E-80CF-EDAF7D029DE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0363" y="1766401"/>
            <a:ext cx="8419034" cy="1662600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6" name="Table Placeholder 2">
            <a:extLst>
              <a:ext uri="{FF2B5EF4-FFF2-40B4-BE49-F238E27FC236}">
                <a16:creationId xmlns:a16="http://schemas.microsoft.com/office/drawing/2014/main" id="{7BB1782F-1970-F049-A284-9C16BD17F8F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60363" y="4011889"/>
            <a:ext cx="8419034" cy="1662600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F82D4D0-1C47-4168-9638-3D1E4BC31FB4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University of Sydney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7E39E5E-6700-49F6-92C9-92201248DE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5839172"/>
            <a:ext cx="8425226" cy="517179"/>
          </a:xfrm>
        </p:spPr>
        <p:txBody>
          <a:bodyPr lIns="0" tIns="0" rIns="0" bIns="0"/>
          <a:lstStyle>
            <a:lvl1pPr>
              <a:defRPr sz="1000" b="0"/>
            </a:lvl1pPr>
          </a:lstStyle>
          <a:p>
            <a:pPr lvl="0"/>
            <a:r>
              <a:rPr lang="en-US" dirty="0"/>
              <a:t>* Insert source</a:t>
            </a:r>
          </a:p>
        </p:txBody>
      </p:sp>
    </p:spTree>
    <p:extLst>
      <p:ext uri="{BB962C8B-B14F-4D97-AF65-F5344CB8AC3E}">
        <p14:creationId xmlns:p14="http://schemas.microsoft.com/office/powerpoint/2010/main" val="2323871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FD68472-FA56-F246-A17A-04C5FA47747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60000" y="1766401"/>
            <a:ext cx="8419032" cy="3951913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CC0629-7190-44D3-840E-1BD71E6ED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6" y="506867"/>
            <a:ext cx="8419033" cy="553112"/>
          </a:xfrm>
        </p:spPr>
        <p:txBody>
          <a:bodyPr lIns="0" tIns="0" rIns="0" bIns="0" anchor="t" anchorCtr="0"/>
          <a:lstStyle>
            <a:lvl1pPr marL="0" indent="0" fontAlgn="auto">
              <a:spcAft>
                <a:spcPts val="600"/>
              </a:spcAft>
              <a:buNone/>
              <a:defRPr>
                <a:solidFill>
                  <a:srgbClr val="E64626"/>
                </a:solidFill>
              </a:defRPr>
            </a:lvl1pPr>
          </a:lstStyle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>
                <a:solidFill>
                  <a:schemeClr val="accent1"/>
                </a:solidFill>
              </a:rPr>
              <a:t>Heading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01ABFDB-55AC-4560-9101-5E5D7D354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5839172"/>
            <a:ext cx="8425226" cy="517179"/>
          </a:xfrm>
        </p:spPr>
        <p:txBody>
          <a:bodyPr lIns="0" tIns="0" rIns="0" bIns="0"/>
          <a:lstStyle>
            <a:lvl1pPr>
              <a:defRPr sz="1000" b="0"/>
            </a:lvl1pPr>
          </a:lstStyle>
          <a:p>
            <a:pPr lvl="0"/>
            <a:r>
              <a:rPr lang="en-US" dirty="0"/>
              <a:t>* Insert source</a:t>
            </a:r>
          </a:p>
        </p:txBody>
      </p:sp>
    </p:spTree>
    <p:extLst>
      <p:ext uri="{BB962C8B-B14F-4D97-AF65-F5344CB8AC3E}">
        <p14:creationId xmlns:p14="http://schemas.microsoft.com/office/powerpoint/2010/main" val="28663077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FD68472-FA56-F246-A17A-04C5FA47747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60000" y="1766401"/>
            <a:ext cx="4090466" cy="3897479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5" name="Chart Placeholder 2">
            <a:extLst>
              <a:ext uri="{FF2B5EF4-FFF2-40B4-BE49-F238E27FC236}">
                <a16:creationId xmlns:a16="http://schemas.microsoft.com/office/drawing/2014/main" id="{41D3A567-A095-4E4E-8EDA-DEBBE6DADD39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693537" y="1766401"/>
            <a:ext cx="4091649" cy="3897479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0345AA-3AC3-47A5-A7FC-FD485DFC41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6" y="506867"/>
            <a:ext cx="8419033" cy="553112"/>
          </a:xfrm>
        </p:spPr>
        <p:txBody>
          <a:bodyPr lIns="0" tIns="0" rIns="0" bIns="0" anchor="t" anchorCtr="0"/>
          <a:lstStyle>
            <a:lvl1pPr marL="0" indent="0" fontAlgn="auto">
              <a:spcAft>
                <a:spcPts val="600"/>
              </a:spcAft>
              <a:buNone/>
              <a:defRPr>
                <a:solidFill>
                  <a:srgbClr val="E64626"/>
                </a:solidFill>
              </a:defRPr>
            </a:lvl1pPr>
          </a:lstStyle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>
                <a:solidFill>
                  <a:schemeClr val="accent1"/>
                </a:solidFill>
              </a:rPr>
              <a:t>Heading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61951D9-C6F2-4A3B-AC4F-A943B45DD7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5839172"/>
            <a:ext cx="8425226" cy="517179"/>
          </a:xfrm>
        </p:spPr>
        <p:txBody>
          <a:bodyPr lIns="0" tIns="0" rIns="0" bIns="0"/>
          <a:lstStyle>
            <a:lvl1pPr>
              <a:defRPr sz="1000" b="0"/>
            </a:lvl1pPr>
          </a:lstStyle>
          <a:p>
            <a:pPr lvl="0"/>
            <a:r>
              <a:rPr lang="en-US" dirty="0"/>
              <a:t>* Insert source</a:t>
            </a:r>
          </a:p>
        </p:txBody>
      </p:sp>
    </p:spTree>
    <p:extLst>
      <p:ext uri="{BB962C8B-B14F-4D97-AF65-F5344CB8AC3E}">
        <p14:creationId xmlns:p14="http://schemas.microsoft.com/office/powerpoint/2010/main" val="5240312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FD68472-FA56-F246-A17A-04C5FA47747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59999" y="1766401"/>
            <a:ext cx="2520000" cy="3897479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1" name="Chart Placeholder 2">
            <a:extLst>
              <a:ext uri="{FF2B5EF4-FFF2-40B4-BE49-F238E27FC236}">
                <a16:creationId xmlns:a16="http://schemas.microsoft.com/office/drawing/2014/main" id="{252188DF-F4D8-6D4B-AC07-BE6058114943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3314437" y="1766401"/>
            <a:ext cx="2520000" cy="3897479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12" name="Chart Placeholder 2">
            <a:extLst>
              <a:ext uri="{FF2B5EF4-FFF2-40B4-BE49-F238E27FC236}">
                <a16:creationId xmlns:a16="http://schemas.microsoft.com/office/drawing/2014/main" id="{0B42F33E-12CF-2F43-89C1-0FC62E427BF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68875" y="1766401"/>
            <a:ext cx="2520000" cy="3897479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EEDE25-39BD-465D-BD60-E9F89A8C8D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6" y="506867"/>
            <a:ext cx="8419033" cy="553112"/>
          </a:xfrm>
        </p:spPr>
        <p:txBody>
          <a:bodyPr lIns="0" tIns="0" rIns="0" bIns="0" anchor="t" anchorCtr="0"/>
          <a:lstStyle>
            <a:lvl1pPr marL="0" indent="0" fontAlgn="auto">
              <a:spcAft>
                <a:spcPts val="600"/>
              </a:spcAft>
              <a:buNone/>
              <a:defRPr>
                <a:solidFill>
                  <a:srgbClr val="E64626"/>
                </a:solidFill>
              </a:defRPr>
            </a:lvl1pPr>
          </a:lstStyle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>
                <a:solidFill>
                  <a:schemeClr val="accent1"/>
                </a:solidFill>
              </a:rPr>
              <a:t>Heading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FD6ADED-903F-4C9E-9703-5F98976D1E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5839172"/>
            <a:ext cx="8425226" cy="517179"/>
          </a:xfrm>
        </p:spPr>
        <p:txBody>
          <a:bodyPr lIns="0" tIns="0" rIns="0" bIns="0"/>
          <a:lstStyle>
            <a:lvl1pPr>
              <a:defRPr sz="1000" b="0"/>
            </a:lvl1pPr>
          </a:lstStyle>
          <a:p>
            <a:pPr lvl="0"/>
            <a:r>
              <a:rPr lang="en-US" dirty="0"/>
              <a:t>* Insert source</a:t>
            </a:r>
          </a:p>
        </p:txBody>
      </p:sp>
    </p:spTree>
    <p:extLst>
      <p:ext uri="{BB962C8B-B14F-4D97-AF65-F5344CB8AC3E}">
        <p14:creationId xmlns:p14="http://schemas.microsoft.com/office/powerpoint/2010/main" val="30607347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box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FC4D79-641E-F64D-AC36-FDB08804DF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363" y="1767418"/>
            <a:ext cx="2519362" cy="3896783"/>
          </a:xfrm>
        </p:spPr>
        <p:txBody>
          <a:bodyPr/>
          <a:lstStyle/>
          <a:p>
            <a:pPr lvl="0"/>
            <a:r>
              <a:rPr lang="en-US" dirty="0"/>
              <a:t>Insert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B9AEB26-08AF-984B-A6AC-B736133991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81858" y="1767418"/>
            <a:ext cx="2519362" cy="3896783"/>
          </a:xfrm>
        </p:spPr>
        <p:txBody>
          <a:bodyPr/>
          <a:lstStyle/>
          <a:p>
            <a:pPr lvl="0"/>
            <a:r>
              <a:rPr lang="en-US" dirty="0"/>
              <a:t>Insert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EE4F240-A80C-9F42-874E-A46C462A1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9237" y="1767418"/>
            <a:ext cx="2519362" cy="3896783"/>
          </a:xfrm>
        </p:spPr>
        <p:txBody>
          <a:bodyPr/>
          <a:lstStyle/>
          <a:p>
            <a:pPr lvl="0"/>
            <a:r>
              <a:rPr lang="en-US" dirty="0"/>
              <a:t>Insert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6CD0C4-087F-4F10-9329-BFAF78B85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6" y="506867"/>
            <a:ext cx="8419033" cy="553112"/>
          </a:xfrm>
        </p:spPr>
        <p:txBody>
          <a:bodyPr lIns="0" tIns="0" rIns="0" bIns="0" anchor="t" anchorCtr="0"/>
          <a:lstStyle>
            <a:lvl1pPr marL="0" indent="0" fontAlgn="auto">
              <a:spcAft>
                <a:spcPts val="600"/>
              </a:spcAft>
              <a:buNone/>
              <a:defRPr>
                <a:solidFill>
                  <a:srgbClr val="E64626"/>
                </a:solidFill>
              </a:defRPr>
            </a:lvl1pPr>
          </a:lstStyle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>
                <a:solidFill>
                  <a:schemeClr val="accent1"/>
                </a:solidFill>
              </a:rPr>
              <a:t>Heading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AC0B9E9-F72C-47D6-8A5F-75D5E529FA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999" y="5839172"/>
            <a:ext cx="8425226" cy="517179"/>
          </a:xfrm>
        </p:spPr>
        <p:txBody>
          <a:bodyPr lIns="0" tIns="0" rIns="0" bIns="0"/>
          <a:lstStyle>
            <a:lvl1pPr>
              <a:defRPr sz="1000" b="0"/>
            </a:lvl1pPr>
          </a:lstStyle>
          <a:p>
            <a:pPr lvl="0"/>
            <a:r>
              <a:rPr lang="en-US" dirty="0"/>
              <a:t>* Insert source</a:t>
            </a:r>
          </a:p>
        </p:txBody>
      </p:sp>
    </p:spTree>
    <p:extLst>
      <p:ext uri="{BB962C8B-B14F-4D97-AF65-F5344CB8AC3E}">
        <p14:creationId xmlns:p14="http://schemas.microsoft.com/office/powerpoint/2010/main" val="26854105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29EE716-4F2B-CB45-ACF7-1F1C7B3BC4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2" y="512728"/>
            <a:ext cx="5563527" cy="675368"/>
          </a:xfrm>
        </p:spPr>
        <p:txBody>
          <a:bodyPr lIns="0" tIns="0" rIns="0" bIns="0" anchor="t" anchorCtr="0"/>
          <a:lstStyle>
            <a:lvl1pPr>
              <a:defRPr>
                <a:solidFill>
                  <a:srgbClr val="E64626"/>
                </a:solidFill>
              </a:defRPr>
            </a:lvl1pPr>
          </a:lstStyle>
          <a:p>
            <a:r>
              <a:rPr lang="en-AU" dirty="0"/>
              <a:t>Heading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B7D421-B99C-8C46-98BE-26ADADA6FC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1" y="3490368"/>
            <a:ext cx="5596371" cy="2316480"/>
          </a:xfrm>
        </p:spPr>
        <p:txBody>
          <a:bodyPr lIns="0" tIns="0" rIns="0" bIns="0" numCol="2" spcCol="144000"/>
          <a:lstStyle>
            <a:lvl1pPr marL="342900" marR="0" indent="-342900" algn="l" defTabSz="457200" rtl="0" eaLnBrk="1" fontAlgn="base" latinLnBrk="0" hangingPunct="1">
              <a:lnSpc>
                <a:spcPts val="164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Tx/>
              <a:buFont typeface="Lucida Grande" charset="0"/>
              <a:buChar char="–"/>
              <a:tabLst/>
              <a:defRPr/>
            </a:lvl1pPr>
          </a:lstStyle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 marL="342900" marR="0" lvl="0" indent="-342900" algn="l" defTabSz="457200" rtl="0" eaLnBrk="1" fontAlgn="base" latinLnBrk="0" hangingPunct="1">
              <a:lnSpc>
                <a:spcPts val="164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Tx/>
              <a:buFont typeface="Lucida Grande" charset="0"/>
              <a:buChar char="–"/>
              <a:tabLst/>
              <a:defRPr/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 </a:t>
            </a:r>
          </a:p>
          <a:p>
            <a:pPr>
              <a:lnSpc>
                <a:spcPts val="164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sz="1200" dirty="0">
                <a:solidFill>
                  <a:srgbClr val="343433"/>
                </a:solidFill>
              </a:rPr>
              <a:t>Bullet point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20BF59E-0577-E142-AC15-8C92DB4DA1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61126" y="512727"/>
            <a:ext cx="2682875" cy="584362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5FB582D-82F9-8746-92DB-7D8557E011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790402"/>
            <a:ext cx="5563528" cy="1004837"/>
          </a:xfrm>
        </p:spPr>
        <p:txBody>
          <a:bodyPr lIns="0" tIns="0" rIns="0" bIns="0"/>
          <a:lstStyle>
            <a:lvl1pPr marL="0" indent="0">
              <a:buNone/>
              <a:defRPr>
                <a:solidFill>
                  <a:srgbClr val="343433"/>
                </a:solidFill>
              </a:defRPr>
            </a:lvl1pPr>
          </a:lstStyle>
          <a:p>
            <a:pPr lvl="0"/>
            <a:r>
              <a:rPr lang="en-US" dirty="0"/>
              <a:t>Intro copy</a:t>
            </a:r>
          </a:p>
        </p:txBody>
      </p:sp>
    </p:spTree>
    <p:extLst>
      <p:ext uri="{BB962C8B-B14F-4D97-AF65-F5344CB8AC3E}">
        <p14:creationId xmlns:p14="http://schemas.microsoft.com/office/powerpoint/2010/main" val="15518982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B522BF-7C15-4C47-B4C5-801E311A2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518589"/>
            <a:ext cx="8426450" cy="691795"/>
          </a:xfrm>
        </p:spPr>
        <p:txBody>
          <a:bodyPr lIns="0" tIns="0" rIns="0" bIns="0" anchor="t"/>
          <a:lstStyle>
            <a:lvl1pPr marL="0" indent="0" fontAlgn="auto">
              <a:spcAft>
                <a:spcPts val="600"/>
              </a:spcAft>
              <a:buNone/>
              <a:defRPr/>
            </a:lvl1pPr>
          </a:lstStyle>
          <a:p>
            <a:pPr marL="0" indent="0" fontAlgn="auto">
              <a:spcAft>
                <a:spcPts val="600"/>
              </a:spcAft>
              <a:buNone/>
              <a:defRPr/>
            </a:pPr>
            <a:r>
              <a:rPr lang="en-US" dirty="0"/>
              <a:t>Heading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74C51C2-92E2-384C-B2EA-8187DC7E9C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1539" y="2650067"/>
            <a:ext cx="3411537" cy="253576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E3ED63D-82E7-F048-A24E-5EFF854046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2283" y="2650067"/>
            <a:ext cx="3411537" cy="253576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F4C4831-32CD-1C43-8C2F-DCC29436F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1352463"/>
            <a:ext cx="8426449" cy="740833"/>
          </a:xfrm>
        </p:spPr>
        <p:txBody>
          <a:bodyPr lIns="0" tIns="0" rIns="0" bIns="0"/>
          <a:lstStyle>
            <a:lvl1pPr marL="0" indent="0">
              <a:buNone/>
              <a:defRPr>
                <a:solidFill>
                  <a:srgbClr val="343433"/>
                </a:solidFill>
              </a:defRPr>
            </a:lvl1pPr>
          </a:lstStyle>
          <a:p>
            <a:pPr lvl="0"/>
            <a:r>
              <a:rPr lang="en-US" dirty="0"/>
              <a:t>Intro copy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98C5F-18C6-6644-AA47-81AF0422EF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283" y="5406519"/>
            <a:ext cx="3411509" cy="789517"/>
          </a:xfrm>
        </p:spPr>
        <p:txBody>
          <a:bodyPr lIns="0" tIns="0" rIns="0" bIns="0"/>
          <a:lstStyle>
            <a:lvl1pPr>
              <a:defRPr sz="2400"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98C76-8B4C-334A-BE7B-2C6BF096C1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9030" y="5406519"/>
            <a:ext cx="3411509" cy="789517"/>
          </a:xfrm>
        </p:spPr>
        <p:txBody>
          <a:bodyPr lIns="0" tIns="0" rIns="0" bIns="0"/>
          <a:lstStyle>
            <a:lvl1pPr>
              <a:defRPr sz="2400"/>
            </a:lvl1pPr>
          </a:lstStyle>
          <a:p>
            <a:pPr lvl="0"/>
            <a:r>
              <a:rPr lang="en-US" dirty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118069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able/chart/image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64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8775" y="1359925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6627" y="1359925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226643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USY_MB1_PMS_1_Colour_Reversed_Logo.png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5905501"/>
            <a:ext cx="1536700" cy="53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58775" y="501651"/>
            <a:ext cx="8388586" cy="528757"/>
          </a:xfrm>
        </p:spPr>
        <p:txBody>
          <a:bodyPr tIns="0" anchor="t"/>
          <a:lstStyle>
            <a:lvl1pPr>
              <a:defRPr baseline="0">
                <a:solidFill>
                  <a:srgbClr val="E64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60000" y="1800001"/>
            <a:ext cx="8425225" cy="4556351"/>
          </a:xfrm>
          <a:solidFill>
            <a:schemeClr val="accent4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38F5981-0C41-7E41-8A74-498498074D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000" y="1324801"/>
            <a:ext cx="8424000" cy="740833"/>
          </a:xfrm>
        </p:spPr>
        <p:txBody>
          <a:bodyPr lIns="0" tIns="0" rIns="0" bIns="0"/>
          <a:lstStyle>
            <a:lvl1pPr marL="0" indent="0">
              <a:buNone/>
              <a:defRPr>
                <a:solidFill>
                  <a:srgbClr val="34343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16228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5B95C-57D9-5D4F-B0D4-E8F0ED0B5FDF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358775" y="501651"/>
            <a:ext cx="8426450" cy="585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pPr lvl="0"/>
            <a:r>
              <a:rPr lang="en-AU" dirty="0"/>
              <a:t>“Insert quote here”</a:t>
            </a:r>
          </a:p>
        </p:txBody>
      </p:sp>
    </p:spTree>
    <p:extLst>
      <p:ext uri="{BB962C8B-B14F-4D97-AF65-F5344CB8AC3E}">
        <p14:creationId xmlns:p14="http://schemas.microsoft.com/office/powerpoint/2010/main" val="41886643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n Charco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076C99-C2D0-7E41-9AA7-E83E178EC3E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3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5B95C-57D9-5D4F-B0D4-E8F0ED0B5FDF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358775" y="501651"/>
            <a:ext cx="8426450" cy="585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“Insert quote here”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37C4B54-9F50-44CC-81DF-E2B3B12189A2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 of Sydney</a:t>
            </a:r>
            <a:endParaRPr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1574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tile page ochre - cent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31483D-DA28-2442-A81B-F28DE6B1B7D8}"/>
              </a:ext>
            </a:extLst>
          </p:cNvPr>
          <p:cNvSpPr/>
          <p:nvPr userDrawn="1"/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D50A0-D355-754C-8CE1-B6D045491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9322" y="5175903"/>
            <a:ext cx="1854200" cy="6413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10D18-D805-534E-AC4E-3F1F70CCD8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2603501"/>
            <a:ext cx="8426450" cy="825500"/>
          </a:xfrm>
        </p:spPr>
        <p:txBody>
          <a:bodyPr/>
          <a:lstStyle>
            <a:lvl1pPr algn="ctr">
              <a:defRPr sz="3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395880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2F2116-70B0-0A40-9A99-39B093E90C85}"/>
              </a:ext>
            </a:extLst>
          </p:cNvPr>
          <p:cNvSpPr/>
          <p:nvPr userDrawn="1"/>
        </p:nvSpPr>
        <p:spPr>
          <a:xfrm>
            <a:off x="-107713" y="0"/>
            <a:ext cx="9240253" cy="6858000"/>
          </a:xfrm>
          <a:prstGeom prst="rect">
            <a:avLst/>
          </a:prstGeom>
          <a:solidFill>
            <a:srgbClr val="E6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accent1"/>
              </a:solidFill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FC6C9423-2ECA-CD45-9BE8-3D9F205D0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799" y="4362431"/>
            <a:ext cx="325120" cy="32512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39587C46-DB1B-284B-B753-D9F8965572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165" y="4322141"/>
            <a:ext cx="390144" cy="390144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90F75B7-D6B0-654C-95E8-A0DD973549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4368055"/>
            <a:ext cx="325120" cy="325120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802A81A5-A3BF-3240-937B-95577F14018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94" y="4183500"/>
            <a:ext cx="715264" cy="715264"/>
          </a:xfrm>
          <a:prstGeom prst="rect">
            <a:avLst/>
          </a:prstGeom>
        </p:spPr>
      </p:pic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9E07EDDF-AE60-8841-BDD4-E3CB0F1F43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5676" y="0"/>
            <a:ext cx="4372544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08BD2E6-1033-4D4A-B17F-9B0C64E7E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6" y="501651"/>
            <a:ext cx="4019551" cy="647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Connect with us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5FEF901-2FAA-4263-AEB6-88A0D2B07001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University of Sydney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CA7E288-B793-4AB8-A23C-034C74EB91A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8776" y="1451770"/>
            <a:ext cx="4019551" cy="262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9pPr>
          </a:lstStyle>
          <a:p>
            <a:r>
              <a:rPr lang="en-AU" sz="2400" b="0" dirty="0">
                <a:solidFill>
                  <a:schemeClr val="tx1"/>
                </a:solidFill>
              </a:rPr>
              <a:t>Insert team/discipline area/</a:t>
            </a:r>
          </a:p>
          <a:p>
            <a:r>
              <a:rPr lang="en-AU" sz="2400" b="0" dirty="0">
                <a:solidFill>
                  <a:schemeClr val="tx1"/>
                </a:solidFill>
              </a:rPr>
              <a:t>First name Last name</a:t>
            </a:r>
          </a:p>
          <a:p>
            <a:r>
              <a:rPr lang="en-AU" sz="2400" b="0" dirty="0">
                <a:solidFill>
                  <a:schemeClr val="tx1"/>
                </a:solidFill>
              </a:rPr>
              <a:t>Position</a:t>
            </a:r>
          </a:p>
          <a:p>
            <a:r>
              <a:rPr lang="en-AU" sz="2400" b="0" dirty="0">
                <a:solidFill>
                  <a:schemeClr val="tx1"/>
                </a:solidFill>
              </a:rPr>
              <a:t>+61 2 XXXX </a:t>
            </a:r>
            <a:r>
              <a:rPr lang="en-AU" sz="2400" b="0" dirty="0" err="1">
                <a:solidFill>
                  <a:schemeClr val="tx1"/>
                </a:solidFill>
              </a:rPr>
              <a:t>XXXX</a:t>
            </a:r>
            <a:endParaRPr lang="en-AU" sz="2400" b="0" dirty="0">
              <a:solidFill>
                <a:schemeClr val="tx1"/>
              </a:solidFill>
            </a:endParaRPr>
          </a:p>
          <a:p>
            <a:r>
              <a:rPr lang="en-AU" sz="2400" b="0" dirty="0">
                <a:solidFill>
                  <a:schemeClr val="tx1"/>
                </a:solidFill>
              </a:rPr>
              <a:t>first.last@sydney.edu.au</a:t>
            </a:r>
          </a:p>
          <a:p>
            <a:r>
              <a:rPr lang="en-AU" sz="2400" b="0" dirty="0">
                <a:solidFill>
                  <a:schemeClr val="tx1"/>
                </a:solidFill>
              </a:rPr>
              <a:t>sydney.edu.au/</a:t>
            </a:r>
            <a:r>
              <a:rPr lang="en-AU" sz="2400" b="0" dirty="0" err="1">
                <a:solidFill>
                  <a:schemeClr val="tx1"/>
                </a:solidFill>
              </a:rPr>
              <a:t>url</a:t>
            </a:r>
            <a:endParaRPr lang="en-AU" sz="2400" b="0" dirty="0">
              <a:solidFill>
                <a:schemeClr val="tx1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3463AF4-5701-4B9C-82C2-CA670D82535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58776" y="4993513"/>
            <a:ext cx="4019551" cy="126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Tw Cen MT" charset="0"/>
                <a:ea typeface="ＭＳ Ｐゴシック" charset="0"/>
              </a:defRPr>
            </a:lvl9pPr>
          </a:lstStyle>
          <a:p>
            <a:r>
              <a:rPr lang="en-AU" sz="2400" b="0" dirty="0">
                <a:solidFill>
                  <a:schemeClr val="tx1"/>
                </a:solidFill>
              </a:rPr>
              <a:t>Insert social media handles</a:t>
            </a:r>
          </a:p>
        </p:txBody>
      </p:sp>
    </p:spTree>
    <p:extLst>
      <p:ext uri="{BB962C8B-B14F-4D97-AF65-F5344CB8AC3E}">
        <p14:creationId xmlns:p14="http://schemas.microsoft.com/office/powerpoint/2010/main" val="2822603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lue left justif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1099E0-B2EC-464F-A0C3-6006871D84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775" y="5715000"/>
            <a:ext cx="1854200" cy="641350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E47FCD98-EB33-C04F-BAE9-9B7060223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884" y="1617082"/>
            <a:ext cx="8407184" cy="708607"/>
          </a:xfrm>
        </p:spPr>
        <p:txBody>
          <a:bodyPr anchor="t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0CFCEB7-F6D8-F541-9074-02694889BD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766" y="2469569"/>
            <a:ext cx="8406302" cy="708607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4124428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yellow left justif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E0BA08-BCEE-7E40-AAE1-56707940D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884" y="1617082"/>
            <a:ext cx="8407184" cy="708607"/>
          </a:xfrm>
        </p:spPr>
        <p:txBody>
          <a:bodyPr anchor="t"/>
          <a:lstStyle>
            <a:lvl1pPr algn="l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6D5FB94-986E-164F-9D09-85493D8294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766" y="2469567"/>
            <a:ext cx="8406302" cy="710400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3CD417-9589-7449-92D5-ECB1E55ABF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775" y="5715000"/>
            <a:ext cx="1854200" cy="6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1592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charcoal left justif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DF7538-00CA-AD4E-AF40-87B8852AB7F5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3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0751D3-F541-6D48-A684-6D495EA1D7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775" y="5715000"/>
            <a:ext cx="1854200" cy="641350"/>
          </a:xfrm>
          <a:prstGeom prst="rect">
            <a:avLst/>
          </a:prstGeom>
        </p:spPr>
      </p:pic>
      <p:sp>
        <p:nvSpPr>
          <p:cNvPr id="11" name="Title 8">
            <a:extLst>
              <a:ext uri="{FF2B5EF4-FFF2-40B4-BE49-F238E27FC236}">
                <a16:creationId xmlns:a16="http://schemas.microsoft.com/office/drawing/2014/main" id="{DCBCA472-A1E0-8C4E-A114-C53E60E9D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884" y="1617082"/>
            <a:ext cx="8407184" cy="708607"/>
          </a:xfrm>
        </p:spPr>
        <p:txBody>
          <a:bodyPr anchor="t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4BFE064-8601-3645-8880-83831DA209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766" y="2469569"/>
            <a:ext cx="8406302" cy="708607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7169707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1 (add own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AB734E-09E2-4C5B-B359-F44C155BFDAF}"/>
              </a:ext>
            </a:extLst>
          </p:cNvPr>
          <p:cNvSpPr/>
          <p:nvPr userDrawn="1"/>
        </p:nvSpPr>
        <p:spPr>
          <a:xfrm>
            <a:off x="0" y="0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587877" y="0"/>
            <a:ext cx="455612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FA42B4BB-E4AF-4E77-8720-34E6A0B4EC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28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464A0A-2E52-4325-8E9A-4FE513E8B588}"/>
              </a:ext>
            </a:extLst>
          </p:cNvPr>
          <p:cNvSpPr/>
          <p:nvPr userDrawn="1"/>
        </p:nvSpPr>
        <p:spPr>
          <a:xfrm>
            <a:off x="0" y="0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1AC6F61-871E-4989-A8F8-D680373659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3" name="Picture 12" descr="A view of a city street&#10;&#10;Description automatically generated">
            <a:extLst>
              <a:ext uri="{FF2B5EF4-FFF2-40B4-BE49-F238E27FC236}">
                <a16:creationId xmlns:a16="http://schemas.microsoft.com/office/drawing/2014/main" id="{63312DD7-C717-A94A-9B5F-6550C2610B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7773" y="-1"/>
            <a:ext cx="4576227" cy="6858000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B7BF95FE-2C8C-1143-AEE5-41558695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93CB376-C0CB-ED45-B607-FE09FC31D2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73329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 Re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464A0A-2E52-4325-8E9A-4FE513E8B588}"/>
              </a:ext>
            </a:extLst>
          </p:cNvPr>
          <p:cNvSpPr/>
          <p:nvPr userDrawn="1"/>
        </p:nvSpPr>
        <p:spPr>
          <a:xfrm>
            <a:off x="1" y="0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1AC6F61-871E-4989-A8F8-D680373659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9" name="Picture 8" descr="A picture containing outdoor, tree, sky, grass&#10;&#10;Description automatically generated">
            <a:extLst>
              <a:ext uri="{FF2B5EF4-FFF2-40B4-BE49-F238E27FC236}">
                <a16:creationId xmlns:a16="http://schemas.microsoft.com/office/drawing/2014/main" id="{FD846324-0975-4A42-9910-97B18EAE44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7771" y="0"/>
            <a:ext cx="4567509" cy="6858000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01B2F048-E8FC-8A4E-8DDE-647F5445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0F5EAC1-9F73-5641-AB32-0ED689CDEE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63336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– Re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464A0A-2E52-4325-8E9A-4FE513E8B588}"/>
              </a:ext>
            </a:extLst>
          </p:cNvPr>
          <p:cNvSpPr/>
          <p:nvPr userDrawn="1"/>
        </p:nvSpPr>
        <p:spPr>
          <a:xfrm>
            <a:off x="1" y="0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1AC6F61-871E-4989-A8F8-D680373659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1" name="Picture 10" descr="A picture containing building, outdoor&#10;&#10;Description automatically generated">
            <a:extLst>
              <a:ext uri="{FF2B5EF4-FFF2-40B4-BE49-F238E27FC236}">
                <a16:creationId xmlns:a16="http://schemas.microsoft.com/office/drawing/2014/main" id="{5B555A18-63E4-4E45-B51E-13C52CD37C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81F9E4D6-F775-284D-ADC5-7A967F62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3D86596-91B6-7849-AB9A-968689EE4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696492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76A394-6B1F-4D42-AB9D-E8AC240619B4}"/>
              </a:ext>
            </a:extLst>
          </p:cNvPr>
          <p:cNvSpPr/>
          <p:nvPr userDrawn="1"/>
        </p:nvSpPr>
        <p:spPr>
          <a:xfrm>
            <a:off x="1" y="0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811C849-DF8E-4316-9166-B19E70AB32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9" name="Picture 8" descr="A picture containing wall, indoor, ceiling, floor&#10;&#10;Description automatically generated">
            <a:extLst>
              <a:ext uri="{FF2B5EF4-FFF2-40B4-BE49-F238E27FC236}">
                <a16:creationId xmlns:a16="http://schemas.microsoft.com/office/drawing/2014/main" id="{A196A5F0-0505-454C-9646-38C0888EAC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3337" y="0"/>
            <a:ext cx="4708429" cy="6858000"/>
          </a:xfrm>
          <a:prstGeom prst="rect">
            <a:avLst/>
          </a:prstGeom>
        </p:spPr>
      </p:pic>
      <p:sp>
        <p:nvSpPr>
          <p:cNvPr id="11" name="Title 8">
            <a:extLst>
              <a:ext uri="{FF2B5EF4-FFF2-40B4-BE49-F238E27FC236}">
                <a16:creationId xmlns:a16="http://schemas.microsoft.com/office/drawing/2014/main" id="{AD8A8234-470B-6B4C-AD83-A953D38FF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77678A9-BBDF-6240-A6E9-6AFE2E759E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46286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76A394-6B1F-4D42-AB9D-E8AC240619B4}"/>
              </a:ext>
            </a:extLst>
          </p:cNvPr>
          <p:cNvSpPr/>
          <p:nvPr userDrawn="1"/>
        </p:nvSpPr>
        <p:spPr>
          <a:xfrm>
            <a:off x="0" y="17364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811C849-DF8E-4316-9166-B19E70AB32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4" name="Picture 13" descr="A view of a large building&#10;&#10;Description automatically generated">
            <a:extLst>
              <a:ext uri="{FF2B5EF4-FFF2-40B4-BE49-F238E27FC236}">
                <a16:creationId xmlns:a16="http://schemas.microsoft.com/office/drawing/2014/main" id="{24F1E7D3-CFB1-DF4E-96E4-6210BAC6FB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3334" y="0"/>
            <a:ext cx="4690665" cy="687536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93FD27B-FAA6-5146-83B6-51116F88C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5385F31-8F09-6A45-AFFF-B72CD3787A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55977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76A394-6B1F-4D42-AB9D-E8AC240619B4}"/>
              </a:ext>
            </a:extLst>
          </p:cNvPr>
          <p:cNvSpPr/>
          <p:nvPr userDrawn="1"/>
        </p:nvSpPr>
        <p:spPr>
          <a:xfrm>
            <a:off x="1" y="0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811C849-DF8E-4316-9166-B19E70AB32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1" name="Picture 10" descr="A view of a large window&#10;&#10;Description automatically generated">
            <a:extLst>
              <a:ext uri="{FF2B5EF4-FFF2-40B4-BE49-F238E27FC236}">
                <a16:creationId xmlns:a16="http://schemas.microsoft.com/office/drawing/2014/main" id="{6448CA2D-2D83-6F40-B080-DAE168D45E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67665" y="606"/>
            <a:ext cx="4680103" cy="685739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A30F13B7-229E-5241-B814-6E82C23DC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FD801D8-52D3-ED4C-9286-C21422F9D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436515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76A394-6B1F-4D42-AB9D-E8AC240619B4}"/>
              </a:ext>
            </a:extLst>
          </p:cNvPr>
          <p:cNvSpPr/>
          <p:nvPr userDrawn="1"/>
        </p:nvSpPr>
        <p:spPr>
          <a:xfrm>
            <a:off x="0" y="0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811C849-DF8E-4316-9166-B19E70AB32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9" name="Picture 8" descr="A bench in front of a building&#10;&#10;Description automatically generated">
            <a:extLst>
              <a:ext uri="{FF2B5EF4-FFF2-40B4-BE49-F238E27FC236}">
                <a16:creationId xmlns:a16="http://schemas.microsoft.com/office/drawing/2014/main" id="{595D4B98-EC35-6E4E-B52D-B38B0E0CB2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283"/>
          <a:stretch/>
        </p:blipFill>
        <p:spPr>
          <a:xfrm>
            <a:off x="4467663" y="0"/>
            <a:ext cx="4676336" cy="7014504"/>
          </a:xfrm>
          <a:prstGeom prst="rect">
            <a:avLst/>
          </a:prstGeom>
        </p:spPr>
      </p:pic>
      <p:sp>
        <p:nvSpPr>
          <p:cNvPr id="11" name="Title 8">
            <a:extLst>
              <a:ext uri="{FF2B5EF4-FFF2-40B4-BE49-F238E27FC236}">
                <a16:creationId xmlns:a16="http://schemas.microsoft.com/office/drawing/2014/main" id="{4B7D9D05-70A7-7340-98E2-3EC55807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464F8C-4239-7249-B7AD-71C0585F61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19367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76A394-6B1F-4D42-AB9D-E8AC240619B4}"/>
              </a:ext>
            </a:extLst>
          </p:cNvPr>
          <p:cNvSpPr/>
          <p:nvPr userDrawn="1"/>
        </p:nvSpPr>
        <p:spPr>
          <a:xfrm>
            <a:off x="1" y="0"/>
            <a:ext cx="4587876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811C849-DF8E-4316-9166-B19E70AB32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1" name="Picture 10" descr="A close up of a brick building&#10;&#10;Description automatically generated">
            <a:extLst>
              <a:ext uri="{FF2B5EF4-FFF2-40B4-BE49-F238E27FC236}">
                <a16:creationId xmlns:a16="http://schemas.microsoft.com/office/drawing/2014/main" id="{937BE605-3862-1545-9D7B-F5F181FA5E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67663" y="-1"/>
            <a:ext cx="4694049" cy="685800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0535163-46A9-7748-B4B1-2CCCDB1A6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84" y="588356"/>
            <a:ext cx="3948874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9A982C3-1052-544B-B943-34291F9E9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534623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01474F3C-BF30-4838-BE7E-29B6762A03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9" name="Picture 8" descr="A picture containing wooden, indoor, building, floor&#10;&#10;Description automatically generated">
            <a:extLst>
              <a:ext uri="{FF2B5EF4-FFF2-40B4-BE49-F238E27FC236}">
                <a16:creationId xmlns:a16="http://schemas.microsoft.com/office/drawing/2014/main" id="{027F469D-BD18-954A-9A1A-8F1D6A3828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327" y="0"/>
            <a:ext cx="4575572" cy="6858000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F7F5BF2A-AC4A-1A42-AAE5-EFA621B5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F02D92F-5115-844C-A4E9-2F6FDB1AFB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288232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– Re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B27217AD-F199-408C-87CD-6B9EAF7277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9" name="Picture 8" descr="A close up of a device&#10;&#10;Description automatically generated">
            <a:extLst>
              <a:ext uri="{FF2B5EF4-FFF2-40B4-BE49-F238E27FC236}">
                <a16:creationId xmlns:a16="http://schemas.microsoft.com/office/drawing/2014/main" id="{D66EB99F-F155-5343-A51B-12DBD3DF7B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7772" y="0"/>
            <a:ext cx="4576227" cy="6875645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203B2E81-0B17-C14D-871B-CFD7397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CABB86B-1F70-C340-B833-D9E64690ED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0612317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Red option 5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EA2DDC0-E24B-44C0-A773-C0BEC90B3B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8" name="Picture 7" descr="A large brick building with many windows&#10;&#10;Description automatically generated">
            <a:extLst>
              <a:ext uri="{FF2B5EF4-FFF2-40B4-BE49-F238E27FC236}">
                <a16:creationId xmlns:a16="http://schemas.microsoft.com/office/drawing/2014/main" id="{B624EB83-3DEF-5A40-82E3-BA7BE6E83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7773" y="-1"/>
            <a:ext cx="4576228" cy="68551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2004013-5879-D34C-BAFC-44A0C7C5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A5DF2FE-20A3-FD49-A928-C8B687FFB1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093510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-147667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401895F3-6600-4703-81D0-F9299C9F68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2" name="Picture 11" descr="An old stone building&#10;&#10;Description automatically generated">
            <a:extLst>
              <a:ext uri="{FF2B5EF4-FFF2-40B4-BE49-F238E27FC236}">
                <a16:creationId xmlns:a16="http://schemas.microsoft.com/office/drawing/2014/main" id="{0467D4D8-EE96-6644-B22D-704124139E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663952" y="1422400"/>
            <a:ext cx="6019798" cy="4013199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EB285D19-A405-BB4C-B142-722A2913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1214D66-D55C-D44A-B441-B18BD72691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964312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53D6B9D-DA9F-4DBB-A832-ADED78BEAC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2" name="Picture 11" descr="A picture containing building, indoor, wall&#10;&#10;Description automatically generated">
            <a:extLst>
              <a:ext uri="{FF2B5EF4-FFF2-40B4-BE49-F238E27FC236}">
                <a16:creationId xmlns:a16="http://schemas.microsoft.com/office/drawing/2014/main" id="{FCCF841B-1E42-464B-9D7C-BCA3A89AB4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25030" y="358212"/>
            <a:ext cx="4055421" cy="6077514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BEBC78F8-9C19-E44F-8E6E-30B20C0A5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E83AE87-8A18-7C49-B572-8BE1C3E84F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1163897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A9AC8E03-D9CF-4419-A394-1206FE312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2" name="Picture 11" descr="A person standing in front of a building&#10;&#10;Description automatically generated">
            <a:extLst>
              <a:ext uri="{FF2B5EF4-FFF2-40B4-BE49-F238E27FC236}">
                <a16:creationId xmlns:a16="http://schemas.microsoft.com/office/drawing/2014/main" id="{42387223-0769-BE44-9811-097FA95669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419102"/>
            <a:ext cx="4108451" cy="6019798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24AED201-B440-AA40-BBED-62B7C0D4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33A7848-7DA9-D245-808E-38FA212DEB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2767818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 Whit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59026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A9AC8E03-D9CF-4419-A394-1206FE312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4" name="Picture 13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7656571C-9B67-0742-8350-6E56403548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1999" y="419099"/>
            <a:ext cx="4108452" cy="6019797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79388964-420B-BF4D-8DBF-CAFF1C3B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B539C16-E252-7E4A-9ABE-B5367A682F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73508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– Whit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159026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A9AC8E03-D9CF-4419-A394-1206FE312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9" name="Picture 8" descr="A picture containing indoor, cabinet, wall&#10;&#10;Description automatically generated">
            <a:extLst>
              <a:ext uri="{FF2B5EF4-FFF2-40B4-BE49-F238E27FC236}">
                <a16:creationId xmlns:a16="http://schemas.microsoft.com/office/drawing/2014/main" id="{7085503F-3ACD-544D-A1FE-7E9AA2FB19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1998" y="419099"/>
            <a:ext cx="4108453" cy="6019797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977CE053-748F-F94F-9BDB-26FA7219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E3B84B9-155B-1140-B4BB-62BBD0E793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775343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– Whit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59026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A9AC8E03-D9CF-4419-A394-1206FE312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pic>
        <p:nvPicPr>
          <p:cNvPr id="12" name="Picture 11" descr="A view of a city&#10;&#10;Description automatically generated">
            <a:extLst>
              <a:ext uri="{FF2B5EF4-FFF2-40B4-BE49-F238E27FC236}">
                <a16:creationId xmlns:a16="http://schemas.microsoft.com/office/drawing/2014/main" id="{61256C31-9270-B24B-8AE2-00346517F2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85"/>
          <a:stretch/>
        </p:blipFill>
        <p:spPr>
          <a:xfrm>
            <a:off x="4467498" y="419099"/>
            <a:ext cx="4285956" cy="6279875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64D4D538-7063-694D-BA0B-31A19B1A6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7BBF45E-241A-8C4F-B98D-2EDF716EC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1100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1 (add own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587876" y="418355"/>
            <a:ext cx="4150358" cy="60175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84F9BD62-11D8-462A-B64E-C30BAC85B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610FA0CD-08FB-2E45-8180-D86BDB46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E33F84B-9A42-504F-9E05-1436C79D27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510234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White option 5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96E9556-837F-4DA9-91CD-BD19A69947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038" y="5145627"/>
            <a:ext cx="1874520" cy="874776"/>
          </a:xfrm>
          <a:prstGeom prst="rect">
            <a:avLst/>
          </a:prstGeom>
        </p:spPr>
      </p:pic>
      <p:sp>
        <p:nvSpPr>
          <p:cNvPr id="6" name="Title 8">
            <a:extLst>
              <a:ext uri="{FF2B5EF4-FFF2-40B4-BE49-F238E27FC236}">
                <a16:creationId xmlns:a16="http://schemas.microsoft.com/office/drawing/2014/main" id="{63F1E73F-993F-2743-A4D6-C74AC29E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1" y="588356"/>
            <a:ext cx="3963817" cy="1322972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E6462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50306BA-4DCA-6643-9EAE-3C143CE38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6941" y="1963248"/>
            <a:ext cx="3963817" cy="30233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/>
            </a:lvl1pPr>
            <a:lvl2pPr marL="342900" indent="0">
              <a:buNone/>
              <a:defRPr sz="2400"/>
            </a:lvl2pPr>
            <a:lvl3pPr marL="685800" indent="0">
              <a:buNone/>
              <a:defRPr sz="2400"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052979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3605-FFBB-DF40-9F65-A763316E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501651"/>
            <a:ext cx="8426450" cy="64718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8F0D4-8996-1340-9692-21C5B4DC5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5" y="1358902"/>
            <a:ext cx="8426449" cy="4767263"/>
          </a:xfrm>
        </p:spPr>
        <p:txBody>
          <a:bodyPr>
            <a:noAutofit/>
          </a:bodyPr>
          <a:lstStyle>
            <a:lvl1pPr fontAlgn="auto">
              <a:spcAft>
                <a:spcPts val="450"/>
              </a:spcAft>
              <a:buFont typeface="Lucida Grande"/>
              <a:buChar char="–"/>
              <a:defRPr sz="2400" b="0"/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b="1" dirty="0">
                <a:ea typeface="+mn-ea"/>
              </a:rPr>
              <a:t>Sub-heading bold… 24pt</a:t>
            </a:r>
          </a:p>
          <a:p>
            <a:pPr fontAlgn="auto">
              <a:spcAft>
                <a:spcPts val="450"/>
              </a:spcAft>
              <a:defRPr/>
            </a:pPr>
            <a:r>
              <a:rPr lang="en-US" dirty="0">
                <a:solidFill>
                  <a:prstClr val="black"/>
                </a:solidFill>
                <a:ea typeface="+mn-ea"/>
              </a:rPr>
              <a:t>Body copy… 24pt</a:t>
            </a:r>
          </a:p>
          <a:p>
            <a:pPr fontAlgn="auto">
              <a:spcAft>
                <a:spcPts val="450"/>
              </a:spcAft>
              <a:buFont typeface="Lucida Grande"/>
              <a:buChar char="–"/>
              <a:defRPr/>
            </a:pPr>
            <a:r>
              <a:rPr lang="en-US" dirty="0">
                <a:solidFill>
                  <a:prstClr val="black"/>
                </a:solidFill>
                <a:ea typeface="+mn-ea"/>
              </a:rPr>
              <a:t>Bullet point… 24pt</a:t>
            </a:r>
          </a:p>
          <a:p>
            <a:pPr fontAlgn="auto">
              <a:spcAft>
                <a:spcPts val="450"/>
              </a:spcAft>
              <a:buFont typeface="Lucida Grande"/>
              <a:buChar char="–"/>
              <a:defRPr/>
            </a:pPr>
            <a:r>
              <a:rPr lang="en-US" dirty="0">
                <a:solidFill>
                  <a:prstClr val="black"/>
                </a:solidFill>
                <a:ea typeface="+mn-ea"/>
              </a:rPr>
              <a:t>Bullet point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F5080A-DFFE-664C-B514-2BB0E750C95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39925918"/>
              </p:ext>
            </p:extLst>
          </p:nvPr>
        </p:nvGraphicFramePr>
        <p:xfrm>
          <a:off x="358774" y="3326479"/>
          <a:ext cx="8426448" cy="2799685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808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9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 Cen MT"/>
                          <a:cs typeface="Tw Cen MT"/>
                        </a:rPr>
                        <a:t>Heading</a:t>
                      </a:r>
                      <a:r>
                        <a:rPr lang="en-US" sz="2400" baseline="0" dirty="0">
                          <a:latin typeface="Tw Cen MT"/>
                          <a:cs typeface="Tw Cen MT"/>
                        </a:rPr>
                        <a:t> 1</a:t>
                      </a:r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w Cen MT"/>
                          <a:cs typeface="Tw Cen MT"/>
                        </a:rPr>
                        <a:t>Heading</a:t>
                      </a:r>
                      <a:r>
                        <a:rPr lang="en-US" sz="2400" baseline="0" dirty="0">
                          <a:latin typeface="Tw Cen MT"/>
                          <a:cs typeface="Tw Cen MT"/>
                        </a:rPr>
                        <a:t> 2</a:t>
                      </a:r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w Cen MT"/>
                          <a:cs typeface="Tw Cen MT"/>
                        </a:rPr>
                        <a:t>Heading</a:t>
                      </a:r>
                      <a:r>
                        <a:rPr lang="en-US" sz="2400" baseline="0" dirty="0">
                          <a:latin typeface="Tw Cen MT"/>
                          <a:cs typeface="Tw Cen MT"/>
                        </a:rPr>
                        <a:t> 3</a:t>
                      </a:r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937">
                <a:tc>
                  <a:txBody>
                    <a:bodyPr/>
                    <a:lstStyle/>
                    <a:p>
                      <a:pPr marL="0" marR="0" indent="0" algn="l" defTabSz="4571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w Cen MT"/>
                          <a:cs typeface="Tw Cen MT"/>
                        </a:rPr>
                        <a:t>Body</a:t>
                      </a:r>
                      <a:r>
                        <a:rPr lang="en-US" sz="2400" baseline="0" dirty="0">
                          <a:latin typeface="Tw Cen MT"/>
                          <a:cs typeface="Tw Cen MT"/>
                        </a:rPr>
                        <a:t> copy</a:t>
                      </a:r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1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1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9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 Cen MT"/>
                          <a:cs typeface="Tw Cen MT"/>
                        </a:rPr>
                        <a:t>xxx</a:t>
                      </a: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9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 Cen MT"/>
                          <a:cs typeface="Tw Cen MT"/>
                        </a:rPr>
                        <a:t>xxx</a:t>
                      </a: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93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w Cen MT"/>
                          <a:cs typeface="Tw Cen MT"/>
                        </a:rPr>
                        <a:t>xxx</a:t>
                      </a: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w Cen MT"/>
                        <a:cs typeface="Tw Cen MT"/>
                      </a:endParaRPr>
                    </a:p>
                  </a:txBody>
                  <a:tcPr marL="68580" marR="68580">
                    <a:lnT w="6350" cap="flat" cmpd="sng" algn="ctr">
                      <a:solidFill>
                        <a:srgbClr val="F05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5552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6" y="1358902"/>
            <a:ext cx="8328025" cy="4767263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 marL="557213" indent="-214313">
              <a:lnSpc>
                <a:spcPct val="90000"/>
              </a:lnSpc>
              <a:buFont typeface="Lucida Grande"/>
              <a:buChar char="–"/>
              <a:defRPr sz="2400"/>
            </a:lvl2pPr>
            <a:lvl3pPr>
              <a:lnSpc>
                <a:spcPct val="90000"/>
              </a:lnSpc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3D16220-4F50-6A45-8A5C-0AB56F7CE9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 </a:t>
            </a:r>
          </a:p>
        </p:txBody>
      </p:sp>
    </p:spTree>
    <p:extLst>
      <p:ext uri="{BB962C8B-B14F-4D97-AF65-F5344CB8AC3E}">
        <p14:creationId xmlns:p14="http://schemas.microsoft.com/office/powerpoint/2010/main" val="118049933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0A60416-C836-0E45-976A-13A986DE8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37E35D-E929-4CDD-AFA3-DDA5D95A9F9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8775" y="1359925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CD8866-5C79-4769-B022-E56134A505BB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746625" y="1359925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905980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58775" y="1360488"/>
            <a:ext cx="4038600" cy="4525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B9C7BF1-6F0E-974D-9D90-8D2E3B861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5939717"/>
            <a:ext cx="8326801" cy="416632"/>
          </a:xfr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* Include source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A6E8EBA-F725-4134-BDCE-9523A37EB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396C485-F9F3-4645-B4AF-D94B2D37500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46625" y="1359925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582452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/>
          <p:cNvSpPr>
            <a:spLocks noGrp="1"/>
          </p:cNvSpPr>
          <p:nvPr>
            <p:ph type="tbl" sz="quarter" idx="12"/>
          </p:nvPr>
        </p:nvSpPr>
        <p:spPr>
          <a:xfrm>
            <a:off x="358775" y="1360489"/>
            <a:ext cx="4038600" cy="45253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842CB90-B2C6-9F49-B023-F8F8398B9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CFEABC9-8CBC-4BFF-A091-0B1175D7A6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5939717"/>
            <a:ext cx="8326801" cy="416632"/>
          </a:xfr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* Include source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C11E0B3-4BC6-4FDE-8A73-E95CF528DD9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46625" y="1359925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882385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358775" y="1360489"/>
            <a:ext cx="4038600" cy="4525399"/>
          </a:xfrm>
          <a:prstGeom prst="rect">
            <a:avLst/>
          </a:prstGeom>
        </p:spPr>
        <p:txBody>
          <a:bodyPr/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pPr lvl="0"/>
            <a:r>
              <a:rPr lang="en-US" noProof="0" dirty="0"/>
              <a:t>Click icon to add chart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9E197AB-B83A-F542-A11A-CDE4241E8C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DEF6A8B-FE55-424B-91EF-87F23AFF3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5939717"/>
            <a:ext cx="8326801" cy="416632"/>
          </a:xfr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* Include source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BDBDC34-494F-4FD9-8BD2-78F992CF9F9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746625" y="1359925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6597793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58774" y="1358902"/>
            <a:ext cx="8426450" cy="4767263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 baseline="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716DB442-97F9-2241-AE70-FE1000B8FF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199609970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61D717C-1AC4-394E-91B8-A016BB12D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160589951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USY_MB1_PMS_1_Colour_Reversed_Logo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25" y="5905501"/>
            <a:ext cx="15367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58775" y="1173218"/>
            <a:ext cx="8426450" cy="647183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58775" y="1820400"/>
            <a:ext cx="8426450" cy="4535949"/>
          </a:xfrm>
          <a:prstGeom prst="rect">
            <a:avLst/>
          </a:prstGeom>
          <a:solidFill>
            <a:srgbClr val="D9D9D9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AB9FAD1-F758-AF4C-BAD5-AFAD67046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94179756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382753-51C7-0C46-B853-1DBA86E4E95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F6164CB4-EC8E-0144-9230-9A41AA8066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884" y="1617082"/>
            <a:ext cx="8407184" cy="708607"/>
          </a:xfrm>
        </p:spPr>
        <p:txBody>
          <a:bodyPr anchor="t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7C3DC85-C5E4-9F4F-9A53-A305414658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766" y="2469569"/>
            <a:ext cx="8406302" cy="708607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F743E6-42C8-45D8-A63F-90FE0651F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800" y="5540400"/>
            <a:ext cx="1515237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661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F277205-D819-0E49-850F-A3DCF077A5B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B800"/>
          </a:soli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C20D03EA-04EC-3E4D-A8DD-25B0B1CFB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884" y="1617082"/>
            <a:ext cx="8407184" cy="708607"/>
          </a:xfrm>
        </p:spPr>
        <p:txBody>
          <a:bodyPr anchor="t"/>
          <a:lstStyle>
            <a:lvl1pPr algn="l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BCA0C8-FD5B-AE4C-9999-548657AE1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766" y="2469567"/>
            <a:ext cx="8406302" cy="710400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2C89BC04-6416-479F-AF58-1E9563CF65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770" y="5540400"/>
            <a:ext cx="1561864" cy="54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1600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1437180-96FB-744F-865F-A5F1DCF5F20E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3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378A92A4-48B7-0340-8B92-C0F9AC1FDA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884" y="1617082"/>
            <a:ext cx="8407184" cy="708607"/>
          </a:xfrm>
        </p:spPr>
        <p:txBody>
          <a:bodyPr anchor="t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55933010-02AF-864A-B29C-468E3DDEE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766" y="2469569"/>
            <a:ext cx="8406302" cy="708607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B4EEB1-42E3-41C0-B7C0-8A0DC6F52F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800" y="5540400"/>
            <a:ext cx="1515237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3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29" Type="http://schemas.openxmlformats.org/officeDocument/2006/relationships/slideLayout" Target="../slideLayouts/slideLayout78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8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58776" y="1387445"/>
            <a:ext cx="4589253" cy="3828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Sub-heading bold 24pt</a:t>
            </a:r>
          </a:p>
        </p:txBody>
      </p:sp>
      <p:sp>
        <p:nvSpPr>
          <p:cNvPr id="11" name="Date Placeholder 3"/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University of Sydney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51" r:id="rId2"/>
    <p:sldLayoutId id="2147483753" r:id="rId3"/>
    <p:sldLayoutId id="2147483752" r:id="rId4"/>
    <p:sldLayoutId id="2147483754" r:id="rId5"/>
    <p:sldLayoutId id="2147483818" r:id="rId6"/>
    <p:sldLayoutId id="2147483827" r:id="rId7"/>
    <p:sldLayoutId id="2147483837" r:id="rId8"/>
    <p:sldLayoutId id="2147483755" r:id="rId9"/>
    <p:sldLayoutId id="2147483819" r:id="rId10"/>
    <p:sldLayoutId id="2147483821" r:id="rId11"/>
    <p:sldLayoutId id="2147483822" r:id="rId12"/>
    <p:sldLayoutId id="2147483823" r:id="rId13"/>
    <p:sldLayoutId id="2147483824" r:id="rId14"/>
    <p:sldLayoutId id="2147483826" r:id="rId15"/>
    <p:sldLayoutId id="2147483838" r:id="rId16"/>
    <p:sldLayoutId id="2147483839" r:id="rId17"/>
    <p:sldLayoutId id="2147483840" r:id="rId18"/>
    <p:sldLayoutId id="2147483772" r:id="rId19"/>
    <p:sldLayoutId id="2147483820" r:id="rId20"/>
    <p:sldLayoutId id="2147483738" r:id="rId21"/>
    <p:sldLayoutId id="2147483758" r:id="rId22"/>
    <p:sldLayoutId id="2147483756" r:id="rId23"/>
    <p:sldLayoutId id="2147483765" r:id="rId24"/>
    <p:sldLayoutId id="2147483766" r:id="rId25"/>
    <p:sldLayoutId id="2147483761" r:id="rId26"/>
    <p:sldLayoutId id="2147483739" r:id="rId27"/>
    <p:sldLayoutId id="2147483740" r:id="rId28"/>
    <p:sldLayoutId id="2147483767" r:id="rId29"/>
    <p:sldLayoutId id="2147483741" r:id="rId30"/>
    <p:sldLayoutId id="2147483815" r:id="rId31"/>
    <p:sldLayoutId id="2147483743" r:id="rId32"/>
    <p:sldLayoutId id="2147483760" r:id="rId33"/>
    <p:sldLayoutId id="2147483768" r:id="rId34"/>
    <p:sldLayoutId id="2147483744" r:id="rId35"/>
    <p:sldLayoutId id="2147483769" r:id="rId36"/>
    <p:sldLayoutId id="2147483770" r:id="rId37"/>
    <p:sldLayoutId id="2147483776" r:id="rId38"/>
    <p:sldLayoutId id="2147483746" r:id="rId39"/>
    <p:sldLayoutId id="2147483729" r:id="rId40"/>
    <p:sldLayoutId id="2147483730" r:id="rId41"/>
    <p:sldLayoutId id="2147483747" r:id="rId42"/>
    <p:sldLayoutId id="2147483774" r:id="rId43"/>
    <p:sldLayoutId id="2147483775" r:id="rId44"/>
    <p:sldLayoutId id="2147483773" r:id="rId45"/>
    <p:sldLayoutId id="2147483736" r:id="rId46"/>
    <p:sldLayoutId id="2147483748" r:id="rId47"/>
    <p:sldLayoutId id="2147483749" r:id="rId48"/>
    <p:sldLayoutId id="2147483757" r:id="rId49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 b="1" kern="1200">
          <a:solidFill>
            <a:srgbClr val="E64626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Tw Cen MT" charset="0"/>
          <a:ea typeface="ＭＳ Ｐゴシック" charset="0"/>
        </a:defRPr>
      </a:lvl9pPr>
    </p:titleStyle>
    <p:bodyStyle>
      <a:lvl1pPr marL="0" indent="0" algn="l" defTabSz="457200" rtl="0" eaLnBrk="1" fontAlgn="base" hangingPunct="1">
        <a:spcBef>
          <a:spcPct val="20000"/>
        </a:spcBef>
        <a:spcAft>
          <a:spcPct val="0"/>
        </a:spcAft>
        <a:buFont typeface="Lucida Grande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5534" userDrawn="1">
          <p15:clr>
            <a:srgbClr val="F26B43"/>
          </p15:clr>
        </p15:guide>
        <p15:guide id="4" orient="horz" pos="400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 txBox="1">
            <a:spLocks/>
          </p:cNvSpPr>
          <p:nvPr/>
        </p:nvSpPr>
        <p:spPr>
          <a:xfrm>
            <a:off x="6629400" y="6356351"/>
            <a:ext cx="21336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75" dirty="0"/>
              <a:t>Page </a:t>
            </a:r>
            <a:fld id="{3B11C02F-2186-5E4E-90C0-5210A150EF90}" type="slidenum">
              <a:rPr lang="en-US" sz="675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454F75B-D7A2-4B14-8535-B803517C2A15}"/>
              </a:ext>
            </a:extLst>
          </p:cNvPr>
          <p:cNvSpPr txBox="1">
            <a:spLocks/>
          </p:cNvSpPr>
          <p:nvPr userDrawn="1"/>
        </p:nvSpPr>
        <p:spPr>
          <a:xfrm>
            <a:off x="381000" y="6356351"/>
            <a:ext cx="2133600" cy="3661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lang="en-US" sz="900" b="0" i="0" u="none" strike="noStrike" kern="1200" baseline="0" smtClean="0">
                <a:solidFill>
                  <a:schemeClr val="tx1"/>
                </a:solidFill>
                <a:latin typeface="Tw Cen MT"/>
                <a:ea typeface="+mn-ea"/>
                <a:cs typeface="Tw Cen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9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University of Sydney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E9EF11D-F5BE-ED40-AB5F-104A2C9A67E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58775" y="501651"/>
            <a:ext cx="8426450" cy="64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Insert title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1D8007C-8639-1A4A-A2BB-5F88DD41E2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58776" y="1387444"/>
            <a:ext cx="4589253" cy="4886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Sub-heading Bold… 24pt</a:t>
            </a:r>
          </a:p>
          <a:p>
            <a:pPr lvl="0"/>
            <a:r>
              <a:rPr lang="en-US" dirty="0"/>
              <a:t>Add body copy </a:t>
            </a:r>
          </a:p>
        </p:txBody>
      </p:sp>
    </p:spTree>
    <p:extLst>
      <p:ext uri="{BB962C8B-B14F-4D97-AF65-F5344CB8AC3E}">
        <p14:creationId xmlns:p14="http://schemas.microsoft.com/office/powerpoint/2010/main" val="222860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829" r:id="rId3"/>
    <p:sldLayoutId id="2147483836" r:id="rId4"/>
    <p:sldLayoutId id="2147483793" r:id="rId5"/>
    <p:sldLayoutId id="2147483817" r:id="rId6"/>
    <p:sldLayoutId id="2147483831" r:id="rId7"/>
    <p:sldLayoutId id="2147483834" r:id="rId8"/>
    <p:sldLayoutId id="2147483835" r:id="rId9"/>
    <p:sldLayoutId id="2147483794" r:id="rId10"/>
    <p:sldLayoutId id="2147483795" r:id="rId11"/>
    <p:sldLayoutId id="2147483796" r:id="rId12"/>
    <p:sldLayoutId id="2147483798" r:id="rId13"/>
    <p:sldLayoutId id="2147483799" r:id="rId14"/>
    <p:sldLayoutId id="2147483800" r:id="rId15"/>
    <p:sldLayoutId id="2147483830" r:id="rId16"/>
    <p:sldLayoutId id="2147483832" r:id="rId17"/>
    <p:sldLayoutId id="2147483833" r:id="rId18"/>
    <p:sldLayoutId id="2147483797" r:id="rId19"/>
    <p:sldLayoutId id="2147483801" r:id="rId20"/>
    <p:sldLayoutId id="2147483814" r:id="rId21"/>
    <p:sldLayoutId id="2147483802" r:id="rId22"/>
    <p:sldLayoutId id="2147483803" r:id="rId23"/>
    <p:sldLayoutId id="2147483804" r:id="rId24"/>
    <p:sldLayoutId id="2147483805" r:id="rId25"/>
    <p:sldLayoutId id="2147483806" r:id="rId26"/>
    <p:sldLayoutId id="2147483807" r:id="rId27"/>
    <p:sldLayoutId id="2147483808" r:id="rId28"/>
    <p:sldLayoutId id="2147483810" r:id="rId29"/>
    <p:sldLayoutId id="2147483811" r:id="rId30"/>
    <p:sldLayoutId id="2147483812" r:id="rId31"/>
    <p:sldLayoutId id="2147483813" r:id="rId32"/>
  </p:sldLayoutIdLst>
  <p:txStyles>
    <p:titleStyle>
      <a:lvl1pPr algn="l" defTabSz="342900" rtl="0" eaLnBrk="1" fontAlgn="base" hangingPunct="1">
        <a:spcBef>
          <a:spcPct val="0"/>
        </a:spcBef>
        <a:spcAft>
          <a:spcPct val="0"/>
        </a:spcAft>
        <a:defRPr sz="3000" b="1" kern="1200">
          <a:solidFill>
            <a:schemeClr val="accent1"/>
          </a:solidFill>
          <a:latin typeface="Tw Cen MT"/>
          <a:ea typeface="ＭＳ Ｐゴシック" charset="0"/>
          <a:cs typeface="Tw Cen MT"/>
        </a:defRPr>
      </a:lvl1pPr>
      <a:lvl2pPr algn="l" defTabSz="342900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accent1"/>
          </a:solidFill>
          <a:latin typeface="Tw Cen MT" charset="0"/>
          <a:ea typeface="ＭＳ Ｐゴシック" charset="0"/>
        </a:defRPr>
      </a:lvl2pPr>
      <a:lvl3pPr algn="l" defTabSz="342900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accent1"/>
          </a:solidFill>
          <a:latin typeface="Tw Cen MT" charset="0"/>
          <a:ea typeface="ＭＳ Ｐゴシック" charset="0"/>
        </a:defRPr>
      </a:lvl3pPr>
      <a:lvl4pPr algn="l" defTabSz="342900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accent1"/>
          </a:solidFill>
          <a:latin typeface="Tw Cen MT" charset="0"/>
          <a:ea typeface="ＭＳ Ｐゴシック" charset="0"/>
        </a:defRPr>
      </a:lvl4pPr>
      <a:lvl5pPr algn="l" defTabSz="342900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accent1"/>
          </a:solidFill>
          <a:latin typeface="Tw Cen MT" charset="0"/>
          <a:ea typeface="ＭＳ Ｐゴシック" charset="0"/>
        </a:defRPr>
      </a:lvl5pPr>
      <a:lvl6pPr marL="342900" algn="l" defTabSz="342900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accent1"/>
          </a:solidFill>
          <a:latin typeface="Tw Cen MT" charset="0"/>
          <a:ea typeface="ＭＳ Ｐゴシック" charset="0"/>
        </a:defRPr>
      </a:lvl6pPr>
      <a:lvl7pPr marL="685800" algn="l" defTabSz="342900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accent1"/>
          </a:solidFill>
          <a:latin typeface="Tw Cen MT" charset="0"/>
          <a:ea typeface="ＭＳ Ｐゴシック" charset="0"/>
        </a:defRPr>
      </a:lvl7pPr>
      <a:lvl8pPr marL="1028700" algn="l" defTabSz="342900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accent1"/>
          </a:solidFill>
          <a:latin typeface="Tw Cen MT" charset="0"/>
          <a:ea typeface="ＭＳ Ｐゴシック" charset="0"/>
        </a:defRPr>
      </a:lvl8pPr>
      <a:lvl9pPr marL="1371600" algn="l" defTabSz="342900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accent1"/>
          </a:solidFill>
          <a:latin typeface="Tw Cen MT" charset="0"/>
          <a:ea typeface="ＭＳ Ｐゴシック" charset="0"/>
        </a:defRPr>
      </a:lvl9pPr>
    </p:titleStyle>
    <p:bodyStyle>
      <a:lvl1pPr marL="257175" indent="-257175" algn="l" defTabSz="342900" rtl="0" eaLnBrk="1" fontAlgn="base" hangingPunct="1">
        <a:spcBef>
          <a:spcPct val="20000"/>
        </a:spcBef>
        <a:spcAft>
          <a:spcPct val="0"/>
        </a:spcAft>
        <a:buFont typeface="Lucida Grande" charset="0"/>
        <a:buChar char="–"/>
        <a:defRPr sz="2400" b="1" kern="1200">
          <a:solidFill>
            <a:schemeClr val="tx1"/>
          </a:solidFill>
          <a:latin typeface="Tw Cen MT"/>
          <a:ea typeface="ＭＳ Ｐゴシック" charset="0"/>
          <a:cs typeface="Tw Cen MT"/>
        </a:defRPr>
      </a:lvl1pPr>
      <a:lvl2pPr marL="557213" indent="-214313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2pPr>
      <a:lvl3pPr marL="857250" indent="-171450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3pPr>
      <a:lvl4pPr marL="1200150" indent="-171450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4pPr>
      <a:lvl5pPr marL="1543050" indent="-171450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Tw Cen MT"/>
          <a:ea typeface="ＭＳ Ｐゴシック" charset="0"/>
          <a:cs typeface="Tw Cen MT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78B3A1-6966-4D79-9BE9-9418D5CB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TUTORIAL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8D6A3C-5E8E-46F4-9EFE-B726C2D98F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58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Qr code&#10;&#10;Description automatically generated">
            <a:extLst>
              <a:ext uri="{FF2B5EF4-FFF2-40B4-BE49-F238E27FC236}">
                <a16:creationId xmlns:a16="http://schemas.microsoft.com/office/drawing/2014/main" id="{F73994C1-89BA-7319-08B6-0428893AC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6281" y="1358900"/>
            <a:ext cx="4713012" cy="476726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A0A0AFA-0C22-4B2B-A17F-9DF26D5CF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https://</a:t>
            </a:r>
            <a:r>
              <a:rPr lang="en-AU" dirty="0" err="1"/>
              <a:t>www.menti.com</a:t>
            </a:r>
            <a:r>
              <a:rPr lang="en-AU" dirty="0"/>
              <a:t>/alrk1keuyr4k</a:t>
            </a:r>
          </a:p>
        </p:txBody>
      </p:sp>
    </p:spTree>
    <p:extLst>
      <p:ext uri="{BB962C8B-B14F-4D97-AF65-F5344CB8AC3E}">
        <p14:creationId xmlns:p14="http://schemas.microsoft.com/office/powerpoint/2010/main" val="235955729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5133"/>
      </a:accent1>
      <a:accent2>
        <a:srgbClr val="808080"/>
      </a:accent2>
      <a:accent3>
        <a:srgbClr val="4C4C4C"/>
      </a:accent3>
      <a:accent4>
        <a:srgbClr val="CCCCCC"/>
      </a:accent4>
      <a:accent5>
        <a:srgbClr val="000000"/>
      </a:accent5>
      <a:accent6>
        <a:srgbClr val="FFB800"/>
      </a:accent6>
      <a:hlink>
        <a:srgbClr val="F05133"/>
      </a:hlink>
      <a:folHlink>
        <a:srgbClr val="F0513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-template-standard-4x3-oct-28-2019_compressed" id="{1CB161C7-DFC6-E14C-9815-F4299D0A18E2}" vid="{1301B3F8-D2C9-3243-8E8A-8A38DE1386F7}"/>
    </a:ext>
  </a:extLst>
</a:theme>
</file>

<file path=ppt/theme/theme2.xml><?xml version="1.0" encoding="utf-8"?>
<a:theme xmlns:a="http://schemas.openxmlformats.org/drawingml/2006/main" name="Master 2">
  <a:themeElements>
    <a:clrScheme name="The University of Sydney_Color Theme">
      <a:dk1>
        <a:sysClr val="windowText" lastClr="000000"/>
      </a:dk1>
      <a:lt1>
        <a:sysClr val="window" lastClr="FFFFFF"/>
      </a:lt1>
      <a:dk2>
        <a:srgbClr val="0148A4"/>
      </a:dk2>
      <a:lt2>
        <a:srgbClr val="EEECE1"/>
      </a:lt2>
      <a:accent1>
        <a:srgbClr val="E64626"/>
      </a:accent1>
      <a:accent2>
        <a:srgbClr val="EF8025"/>
      </a:accent2>
      <a:accent3>
        <a:srgbClr val="FFB800"/>
      </a:accent3>
      <a:accent4>
        <a:srgbClr val="5C923E"/>
      </a:accent4>
      <a:accent5>
        <a:srgbClr val="5496DB"/>
      </a:accent5>
      <a:accent6>
        <a:srgbClr val="0148A4"/>
      </a:accent6>
      <a:hlink>
        <a:srgbClr val="E64626"/>
      </a:hlink>
      <a:folHlink>
        <a:srgbClr val="F0513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-template-standard-4x3-oct-28-2019_compressed" id="{1CB161C7-DFC6-E14C-9815-F4299D0A18E2}" vid="{8DF21047-43A4-824E-8E8C-8FAFBF50808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1</Template>
  <TotalTime>1</TotalTime>
  <Words>11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Lucida Grande</vt:lpstr>
      <vt:lpstr>Arial</vt:lpstr>
      <vt:lpstr>Calibri</vt:lpstr>
      <vt:lpstr>Tw Cen MT</vt:lpstr>
      <vt:lpstr>Master 1</vt:lpstr>
      <vt:lpstr>Master 2</vt:lpstr>
      <vt:lpstr>TUTORIAL 2</vt:lpstr>
      <vt:lpstr>https://www.menti.com/alrk1keuyr4k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2</dc:title>
  <dc:creator>Jane Andrew</dc:creator>
  <cp:lastModifiedBy>sun luzi</cp:lastModifiedBy>
  <cp:revision>1</cp:revision>
  <dcterms:created xsi:type="dcterms:W3CDTF">2023-03-04T21:21:15Z</dcterms:created>
  <dcterms:modified xsi:type="dcterms:W3CDTF">2023-03-24T03:14:19Z</dcterms:modified>
</cp:coreProperties>
</file>