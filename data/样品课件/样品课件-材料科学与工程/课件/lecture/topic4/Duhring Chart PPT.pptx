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5" d="100"/>
          <a:sy n="115" d="100"/>
        </p:scale>
        <p:origin x="37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4704D-2001-4818-8C36-9636B0345376}" type="datetimeFigureOut">
              <a:rPr lang="en-NZ" smtClean="0"/>
              <a:t>28/04/2021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6D97-A0B5-453D-B6CC-120F9FB56A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4995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4704D-2001-4818-8C36-9636B0345376}" type="datetimeFigureOut">
              <a:rPr lang="en-NZ" smtClean="0"/>
              <a:t>28/04/2021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6D97-A0B5-453D-B6CC-120F9FB56A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36185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4704D-2001-4818-8C36-9636B0345376}" type="datetimeFigureOut">
              <a:rPr lang="en-NZ" smtClean="0"/>
              <a:t>28/04/2021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6D97-A0B5-453D-B6CC-120F9FB56A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289587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4704D-2001-4818-8C36-9636B0345376}" type="datetimeFigureOut">
              <a:rPr lang="en-NZ" smtClean="0"/>
              <a:t>28/04/2021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6D97-A0B5-453D-B6CC-120F9FB56A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674929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4704D-2001-4818-8C36-9636B0345376}" type="datetimeFigureOut">
              <a:rPr lang="en-NZ" smtClean="0"/>
              <a:t>28/04/2021</a:t>
            </a:fld>
            <a:endParaRPr lang="en-N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6D97-A0B5-453D-B6CC-120F9FB56A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225202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4704D-2001-4818-8C36-9636B0345376}" type="datetimeFigureOut">
              <a:rPr lang="en-NZ" smtClean="0"/>
              <a:t>28/04/2021</a:t>
            </a:fld>
            <a:endParaRPr lang="en-N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6D97-A0B5-453D-B6CC-120F9FB56A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82679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4704D-2001-4818-8C36-9636B0345376}" type="datetimeFigureOut">
              <a:rPr lang="en-NZ" smtClean="0"/>
              <a:t>28/04/2021</a:t>
            </a:fld>
            <a:endParaRPr lang="en-N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6D97-A0B5-453D-B6CC-120F9FB56A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821861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4704D-2001-4818-8C36-9636B0345376}" type="datetimeFigureOut">
              <a:rPr lang="en-NZ" smtClean="0"/>
              <a:t>28/04/2021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6D97-A0B5-453D-B6CC-120F9FB56A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666522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4704D-2001-4818-8C36-9636B0345376}" type="datetimeFigureOut">
              <a:rPr lang="en-NZ" smtClean="0"/>
              <a:t>28/04/2021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6D97-A0B5-453D-B6CC-120F9FB56A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546222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4704D-2001-4818-8C36-9636B0345376}" type="datetimeFigureOut">
              <a:rPr lang="en-NZ" smtClean="0"/>
              <a:t>28/04/2021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6D97-A0B5-453D-B6CC-120F9FB56A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020616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4704D-2001-4818-8C36-9636B0345376}" type="datetimeFigureOut">
              <a:rPr lang="en-NZ" smtClean="0"/>
              <a:t>28/04/2021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6D97-A0B5-453D-B6CC-120F9FB56A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064398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74704D-2001-4818-8C36-9636B0345376}" type="datetimeFigureOut">
              <a:rPr lang="en-NZ" smtClean="0"/>
              <a:t>28/04/2021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446D97-A0B5-453D-B6CC-120F9FB56A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928318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695" y="42378"/>
            <a:ext cx="6480610" cy="6773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577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Massey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Davies, Clive</dc:creator>
  <cp:lastModifiedBy>Davies, Clive</cp:lastModifiedBy>
  <cp:revision>1</cp:revision>
  <dcterms:created xsi:type="dcterms:W3CDTF">2021-04-28T08:50:02Z</dcterms:created>
  <dcterms:modified xsi:type="dcterms:W3CDTF">2021-04-28T08:50:50Z</dcterms:modified>
</cp:coreProperties>
</file>